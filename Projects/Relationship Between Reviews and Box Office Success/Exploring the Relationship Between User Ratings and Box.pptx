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7DF8BD-6B0E-41ED-BB47-2C00C37BE66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A392AB6-CADF-4975-9B76-37268504EC25}">
      <dgm:prSet/>
      <dgm:spPr/>
      <dgm:t>
        <a:bodyPr/>
        <a:lstStyle/>
        <a:p>
          <a:r>
            <a:rPr lang="en-US"/>
            <a:t>User ratings are not enough to understand a movie’s success.</a:t>
          </a:r>
        </a:p>
      </dgm:t>
    </dgm:pt>
    <dgm:pt modelId="{52F0F8C9-2988-476B-992F-EAF812E30520}" type="parTrans" cxnId="{30BE7028-426F-4C44-A61B-A4531D3D79D7}">
      <dgm:prSet/>
      <dgm:spPr/>
      <dgm:t>
        <a:bodyPr/>
        <a:lstStyle/>
        <a:p>
          <a:endParaRPr lang="en-US"/>
        </a:p>
      </dgm:t>
    </dgm:pt>
    <dgm:pt modelId="{BE292F1D-BA34-4A0E-B0FF-79BA28014193}" type="sibTrans" cxnId="{30BE7028-426F-4C44-A61B-A4531D3D79D7}">
      <dgm:prSet/>
      <dgm:spPr/>
      <dgm:t>
        <a:bodyPr/>
        <a:lstStyle/>
        <a:p>
          <a:endParaRPr lang="en-US"/>
        </a:p>
      </dgm:t>
    </dgm:pt>
    <dgm:pt modelId="{EFFB9C03-E079-47EE-9645-623420050B23}">
      <dgm:prSet/>
      <dgm:spPr/>
      <dgm:t>
        <a:bodyPr/>
        <a:lstStyle/>
        <a:p>
          <a:r>
            <a:rPr lang="en-US"/>
            <a:t>Financial performance (budget, revenue) offers a deeper lens.</a:t>
          </a:r>
        </a:p>
      </dgm:t>
    </dgm:pt>
    <dgm:pt modelId="{2512E545-800B-4262-A545-CB596C957D94}" type="parTrans" cxnId="{D9E179E2-7B59-4FA9-962F-247AC13A8D68}">
      <dgm:prSet/>
      <dgm:spPr/>
      <dgm:t>
        <a:bodyPr/>
        <a:lstStyle/>
        <a:p>
          <a:endParaRPr lang="en-US"/>
        </a:p>
      </dgm:t>
    </dgm:pt>
    <dgm:pt modelId="{A08FC0CE-DDBF-4085-818D-A2EF37DCB67D}" type="sibTrans" cxnId="{D9E179E2-7B59-4FA9-962F-247AC13A8D68}">
      <dgm:prSet/>
      <dgm:spPr/>
      <dgm:t>
        <a:bodyPr/>
        <a:lstStyle/>
        <a:p>
          <a:endParaRPr lang="en-US"/>
        </a:p>
      </dgm:t>
    </dgm:pt>
    <dgm:pt modelId="{E9060350-6DF2-4CBF-933C-45CE93D0F5B0}">
      <dgm:prSet/>
      <dgm:spPr/>
      <dgm:t>
        <a:bodyPr/>
        <a:lstStyle/>
        <a:p>
          <a:r>
            <a:rPr lang="en-US"/>
            <a:t>Goal: Combine user-generated data with financial metadata to explore what makes a movie popular and profitable.</a:t>
          </a:r>
        </a:p>
      </dgm:t>
    </dgm:pt>
    <dgm:pt modelId="{1F1312F5-F938-44CE-BF04-4CC8006A1ED7}" type="parTrans" cxnId="{83055C39-C769-469A-880C-C3BCB21CEBE4}">
      <dgm:prSet/>
      <dgm:spPr/>
      <dgm:t>
        <a:bodyPr/>
        <a:lstStyle/>
        <a:p>
          <a:endParaRPr lang="en-US"/>
        </a:p>
      </dgm:t>
    </dgm:pt>
    <dgm:pt modelId="{8FE18276-0E81-4FFB-B76F-9E42679F4A16}" type="sibTrans" cxnId="{83055C39-C769-469A-880C-C3BCB21CEBE4}">
      <dgm:prSet/>
      <dgm:spPr/>
      <dgm:t>
        <a:bodyPr/>
        <a:lstStyle/>
        <a:p>
          <a:endParaRPr lang="en-US"/>
        </a:p>
      </dgm:t>
    </dgm:pt>
    <dgm:pt modelId="{627048EB-DB4D-486C-8214-12CCBF140C41}" type="pres">
      <dgm:prSet presAssocID="{177DF8BD-6B0E-41ED-BB47-2C00C37BE66B}" presName="root" presStyleCnt="0">
        <dgm:presLayoutVars>
          <dgm:dir/>
          <dgm:resizeHandles val="exact"/>
        </dgm:presLayoutVars>
      </dgm:prSet>
      <dgm:spPr/>
    </dgm:pt>
    <dgm:pt modelId="{E43EDC9F-A418-40BC-A21D-F45EC752B625}" type="pres">
      <dgm:prSet presAssocID="{4A392AB6-CADF-4975-9B76-37268504EC25}" presName="compNode" presStyleCnt="0"/>
      <dgm:spPr/>
    </dgm:pt>
    <dgm:pt modelId="{585701B5-3F21-4D01-AC11-FE1073D3DC15}" type="pres">
      <dgm:prSet presAssocID="{4A392AB6-CADF-4975-9B76-37268504EC25}" presName="bgRect" presStyleLbl="bgShp" presStyleIdx="0" presStyleCnt="3"/>
      <dgm:spPr/>
    </dgm:pt>
    <dgm:pt modelId="{BDBA4ECF-56AE-4CFC-A9D0-870C111D52C1}" type="pres">
      <dgm:prSet presAssocID="{4A392AB6-CADF-4975-9B76-37268504EC2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20F8E209-E606-4EA6-9937-A09645CDCD78}" type="pres">
      <dgm:prSet presAssocID="{4A392AB6-CADF-4975-9B76-37268504EC25}" presName="spaceRect" presStyleCnt="0"/>
      <dgm:spPr/>
    </dgm:pt>
    <dgm:pt modelId="{FC0122F9-125F-4DCF-93A7-F276CCFD7164}" type="pres">
      <dgm:prSet presAssocID="{4A392AB6-CADF-4975-9B76-37268504EC25}" presName="parTx" presStyleLbl="revTx" presStyleIdx="0" presStyleCnt="3">
        <dgm:presLayoutVars>
          <dgm:chMax val="0"/>
          <dgm:chPref val="0"/>
        </dgm:presLayoutVars>
      </dgm:prSet>
      <dgm:spPr/>
    </dgm:pt>
    <dgm:pt modelId="{6844137F-8C69-4332-9C67-EBEBC7CD0B14}" type="pres">
      <dgm:prSet presAssocID="{BE292F1D-BA34-4A0E-B0FF-79BA28014193}" presName="sibTrans" presStyleCnt="0"/>
      <dgm:spPr/>
    </dgm:pt>
    <dgm:pt modelId="{A9DC5025-A3CC-4264-85E2-9ED7CDA2F0C0}" type="pres">
      <dgm:prSet presAssocID="{EFFB9C03-E079-47EE-9645-623420050B23}" presName="compNode" presStyleCnt="0"/>
      <dgm:spPr/>
    </dgm:pt>
    <dgm:pt modelId="{FBDBD108-C557-4995-A49C-107890A3BAB6}" type="pres">
      <dgm:prSet presAssocID="{EFFB9C03-E079-47EE-9645-623420050B23}" presName="bgRect" presStyleLbl="bgShp" presStyleIdx="1" presStyleCnt="3"/>
      <dgm:spPr/>
    </dgm:pt>
    <dgm:pt modelId="{51D00A5B-18DC-4118-9E71-6BC7E8E94EE4}" type="pres">
      <dgm:prSet presAssocID="{EFFB9C03-E079-47EE-9645-623420050B2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5B261D3F-43D1-432B-B5D7-65E6669CDBDD}" type="pres">
      <dgm:prSet presAssocID="{EFFB9C03-E079-47EE-9645-623420050B23}" presName="spaceRect" presStyleCnt="0"/>
      <dgm:spPr/>
    </dgm:pt>
    <dgm:pt modelId="{C3C403B1-7AC3-4ED3-9C29-59729F6F01A5}" type="pres">
      <dgm:prSet presAssocID="{EFFB9C03-E079-47EE-9645-623420050B23}" presName="parTx" presStyleLbl="revTx" presStyleIdx="1" presStyleCnt="3">
        <dgm:presLayoutVars>
          <dgm:chMax val="0"/>
          <dgm:chPref val="0"/>
        </dgm:presLayoutVars>
      </dgm:prSet>
      <dgm:spPr/>
    </dgm:pt>
    <dgm:pt modelId="{C9DA249D-8EC3-4ADA-858F-F8F305F3227B}" type="pres">
      <dgm:prSet presAssocID="{A08FC0CE-DDBF-4085-818D-A2EF37DCB67D}" presName="sibTrans" presStyleCnt="0"/>
      <dgm:spPr/>
    </dgm:pt>
    <dgm:pt modelId="{A08AB911-A108-449B-B5BE-4DA49AEEF89C}" type="pres">
      <dgm:prSet presAssocID="{E9060350-6DF2-4CBF-933C-45CE93D0F5B0}" presName="compNode" presStyleCnt="0"/>
      <dgm:spPr/>
    </dgm:pt>
    <dgm:pt modelId="{95EA851E-E722-4D4E-A215-B01950AA8BD7}" type="pres">
      <dgm:prSet presAssocID="{E9060350-6DF2-4CBF-933C-45CE93D0F5B0}" presName="bgRect" presStyleLbl="bgShp" presStyleIdx="2" presStyleCnt="3"/>
      <dgm:spPr/>
    </dgm:pt>
    <dgm:pt modelId="{495AEE1F-97C3-41C2-B572-C89B4F0E7610}" type="pres">
      <dgm:prSet presAssocID="{E9060350-6DF2-4CBF-933C-45CE93D0F5B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7AA3C589-DBBA-415A-8170-AE2BD6AEEDD4}" type="pres">
      <dgm:prSet presAssocID="{E9060350-6DF2-4CBF-933C-45CE93D0F5B0}" presName="spaceRect" presStyleCnt="0"/>
      <dgm:spPr/>
    </dgm:pt>
    <dgm:pt modelId="{83537B6B-A347-4F88-B8B5-1AD4317E17B3}" type="pres">
      <dgm:prSet presAssocID="{E9060350-6DF2-4CBF-933C-45CE93D0F5B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0BE7028-426F-4C44-A61B-A4531D3D79D7}" srcId="{177DF8BD-6B0E-41ED-BB47-2C00C37BE66B}" destId="{4A392AB6-CADF-4975-9B76-37268504EC25}" srcOrd="0" destOrd="0" parTransId="{52F0F8C9-2988-476B-992F-EAF812E30520}" sibTransId="{BE292F1D-BA34-4A0E-B0FF-79BA28014193}"/>
    <dgm:cxn modelId="{83055C39-C769-469A-880C-C3BCB21CEBE4}" srcId="{177DF8BD-6B0E-41ED-BB47-2C00C37BE66B}" destId="{E9060350-6DF2-4CBF-933C-45CE93D0F5B0}" srcOrd="2" destOrd="0" parTransId="{1F1312F5-F938-44CE-BF04-4CC8006A1ED7}" sibTransId="{8FE18276-0E81-4FFB-B76F-9E42679F4A16}"/>
    <dgm:cxn modelId="{CADB974B-8195-429A-83AB-80670ACBBB94}" type="presOf" srcId="{4A392AB6-CADF-4975-9B76-37268504EC25}" destId="{FC0122F9-125F-4DCF-93A7-F276CCFD7164}" srcOrd="0" destOrd="0" presId="urn:microsoft.com/office/officeart/2018/2/layout/IconVerticalSolidList"/>
    <dgm:cxn modelId="{15ED7B7D-437C-4F14-BEF6-DB86AA821253}" type="presOf" srcId="{EFFB9C03-E079-47EE-9645-623420050B23}" destId="{C3C403B1-7AC3-4ED3-9C29-59729F6F01A5}" srcOrd="0" destOrd="0" presId="urn:microsoft.com/office/officeart/2018/2/layout/IconVerticalSolidList"/>
    <dgm:cxn modelId="{69B7AEA8-5E1D-4F94-89AC-B04694947AF2}" type="presOf" srcId="{E9060350-6DF2-4CBF-933C-45CE93D0F5B0}" destId="{83537B6B-A347-4F88-B8B5-1AD4317E17B3}" srcOrd="0" destOrd="0" presId="urn:microsoft.com/office/officeart/2018/2/layout/IconVerticalSolidList"/>
    <dgm:cxn modelId="{D9E179E2-7B59-4FA9-962F-247AC13A8D68}" srcId="{177DF8BD-6B0E-41ED-BB47-2C00C37BE66B}" destId="{EFFB9C03-E079-47EE-9645-623420050B23}" srcOrd="1" destOrd="0" parTransId="{2512E545-800B-4262-A545-CB596C957D94}" sibTransId="{A08FC0CE-DDBF-4085-818D-A2EF37DCB67D}"/>
    <dgm:cxn modelId="{123920EE-CBBE-4D92-895C-F6CA04588980}" type="presOf" srcId="{177DF8BD-6B0E-41ED-BB47-2C00C37BE66B}" destId="{627048EB-DB4D-486C-8214-12CCBF140C41}" srcOrd="0" destOrd="0" presId="urn:microsoft.com/office/officeart/2018/2/layout/IconVerticalSolidList"/>
    <dgm:cxn modelId="{EC0C81BC-7F2B-4438-A114-FDF394FDDB0A}" type="presParOf" srcId="{627048EB-DB4D-486C-8214-12CCBF140C41}" destId="{E43EDC9F-A418-40BC-A21D-F45EC752B625}" srcOrd="0" destOrd="0" presId="urn:microsoft.com/office/officeart/2018/2/layout/IconVerticalSolidList"/>
    <dgm:cxn modelId="{74CEC02F-61E3-4583-9D16-31886D22D53D}" type="presParOf" srcId="{E43EDC9F-A418-40BC-A21D-F45EC752B625}" destId="{585701B5-3F21-4D01-AC11-FE1073D3DC15}" srcOrd="0" destOrd="0" presId="urn:microsoft.com/office/officeart/2018/2/layout/IconVerticalSolidList"/>
    <dgm:cxn modelId="{D5539B3B-EAFA-4823-AEBB-8B20F669CDFE}" type="presParOf" srcId="{E43EDC9F-A418-40BC-A21D-F45EC752B625}" destId="{BDBA4ECF-56AE-4CFC-A9D0-870C111D52C1}" srcOrd="1" destOrd="0" presId="urn:microsoft.com/office/officeart/2018/2/layout/IconVerticalSolidList"/>
    <dgm:cxn modelId="{786056A8-5EB7-4329-ADEB-103A240B57DC}" type="presParOf" srcId="{E43EDC9F-A418-40BC-A21D-F45EC752B625}" destId="{20F8E209-E606-4EA6-9937-A09645CDCD78}" srcOrd="2" destOrd="0" presId="urn:microsoft.com/office/officeart/2018/2/layout/IconVerticalSolidList"/>
    <dgm:cxn modelId="{69F17F73-BF54-44D7-8BE6-F85261DAD7D0}" type="presParOf" srcId="{E43EDC9F-A418-40BC-A21D-F45EC752B625}" destId="{FC0122F9-125F-4DCF-93A7-F276CCFD7164}" srcOrd="3" destOrd="0" presId="urn:microsoft.com/office/officeart/2018/2/layout/IconVerticalSolidList"/>
    <dgm:cxn modelId="{B111F61A-0292-4460-8835-E2FB0AD15144}" type="presParOf" srcId="{627048EB-DB4D-486C-8214-12CCBF140C41}" destId="{6844137F-8C69-4332-9C67-EBEBC7CD0B14}" srcOrd="1" destOrd="0" presId="urn:microsoft.com/office/officeart/2018/2/layout/IconVerticalSolidList"/>
    <dgm:cxn modelId="{6B9B236C-979A-4066-ACAF-C91B507D2D7A}" type="presParOf" srcId="{627048EB-DB4D-486C-8214-12CCBF140C41}" destId="{A9DC5025-A3CC-4264-85E2-9ED7CDA2F0C0}" srcOrd="2" destOrd="0" presId="urn:microsoft.com/office/officeart/2018/2/layout/IconVerticalSolidList"/>
    <dgm:cxn modelId="{0DCB6605-7784-480C-9362-5C6385C4C168}" type="presParOf" srcId="{A9DC5025-A3CC-4264-85E2-9ED7CDA2F0C0}" destId="{FBDBD108-C557-4995-A49C-107890A3BAB6}" srcOrd="0" destOrd="0" presId="urn:microsoft.com/office/officeart/2018/2/layout/IconVerticalSolidList"/>
    <dgm:cxn modelId="{28ECBCFA-B5FF-4807-9B08-B455905F952B}" type="presParOf" srcId="{A9DC5025-A3CC-4264-85E2-9ED7CDA2F0C0}" destId="{51D00A5B-18DC-4118-9E71-6BC7E8E94EE4}" srcOrd="1" destOrd="0" presId="urn:microsoft.com/office/officeart/2018/2/layout/IconVerticalSolidList"/>
    <dgm:cxn modelId="{19E0C736-E315-423A-AAE3-C4881B9A0B99}" type="presParOf" srcId="{A9DC5025-A3CC-4264-85E2-9ED7CDA2F0C0}" destId="{5B261D3F-43D1-432B-B5D7-65E6669CDBDD}" srcOrd="2" destOrd="0" presId="urn:microsoft.com/office/officeart/2018/2/layout/IconVerticalSolidList"/>
    <dgm:cxn modelId="{D5957B5C-86A7-471E-BB2A-4F3258401421}" type="presParOf" srcId="{A9DC5025-A3CC-4264-85E2-9ED7CDA2F0C0}" destId="{C3C403B1-7AC3-4ED3-9C29-59729F6F01A5}" srcOrd="3" destOrd="0" presId="urn:microsoft.com/office/officeart/2018/2/layout/IconVerticalSolidList"/>
    <dgm:cxn modelId="{DE79807E-7B52-4841-924D-E2ED4504EC63}" type="presParOf" srcId="{627048EB-DB4D-486C-8214-12CCBF140C41}" destId="{C9DA249D-8EC3-4ADA-858F-F8F305F3227B}" srcOrd="3" destOrd="0" presId="urn:microsoft.com/office/officeart/2018/2/layout/IconVerticalSolidList"/>
    <dgm:cxn modelId="{AD071747-B92B-4D02-9F92-56E8364FE84C}" type="presParOf" srcId="{627048EB-DB4D-486C-8214-12CCBF140C41}" destId="{A08AB911-A108-449B-B5BE-4DA49AEEF89C}" srcOrd="4" destOrd="0" presId="urn:microsoft.com/office/officeart/2018/2/layout/IconVerticalSolidList"/>
    <dgm:cxn modelId="{FFA0FFCE-4B77-4387-9308-9B553B9E93D5}" type="presParOf" srcId="{A08AB911-A108-449B-B5BE-4DA49AEEF89C}" destId="{95EA851E-E722-4D4E-A215-B01950AA8BD7}" srcOrd="0" destOrd="0" presId="urn:microsoft.com/office/officeart/2018/2/layout/IconVerticalSolidList"/>
    <dgm:cxn modelId="{022B5733-4044-43EE-8C7C-605D17F37450}" type="presParOf" srcId="{A08AB911-A108-449B-B5BE-4DA49AEEF89C}" destId="{495AEE1F-97C3-41C2-B572-C89B4F0E7610}" srcOrd="1" destOrd="0" presId="urn:microsoft.com/office/officeart/2018/2/layout/IconVerticalSolidList"/>
    <dgm:cxn modelId="{280BF80A-031C-4086-B70B-3663948BE056}" type="presParOf" srcId="{A08AB911-A108-449B-B5BE-4DA49AEEF89C}" destId="{7AA3C589-DBBA-415A-8170-AE2BD6AEEDD4}" srcOrd="2" destOrd="0" presId="urn:microsoft.com/office/officeart/2018/2/layout/IconVerticalSolidList"/>
    <dgm:cxn modelId="{0E4094CB-0990-4399-A040-13A62C250252}" type="presParOf" srcId="{A08AB911-A108-449B-B5BE-4DA49AEEF89C}" destId="{83537B6B-A347-4F88-B8B5-1AD4317E17B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34B47A-A495-4F42-9C5A-E2984F5434A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C8AA209-6396-4856-9544-7EDED70479B8}">
      <dgm:prSet/>
      <dgm:spPr/>
      <dgm:t>
        <a:bodyPr/>
        <a:lstStyle/>
        <a:p>
          <a:r>
            <a:rPr lang="en-US"/>
            <a:t>MovieLens (ml-latest-small)</a:t>
          </a:r>
        </a:p>
      </dgm:t>
    </dgm:pt>
    <dgm:pt modelId="{59BF9FFC-A9FA-4119-AEB9-EF3C48CF619B}" type="parTrans" cxnId="{15D7547F-3EDC-471A-9EB6-CB82D09627E5}">
      <dgm:prSet/>
      <dgm:spPr/>
      <dgm:t>
        <a:bodyPr/>
        <a:lstStyle/>
        <a:p>
          <a:endParaRPr lang="en-US"/>
        </a:p>
      </dgm:t>
    </dgm:pt>
    <dgm:pt modelId="{F3690547-9700-4BDA-BC46-8508F4E377A7}" type="sibTrans" cxnId="{15D7547F-3EDC-471A-9EB6-CB82D09627E5}">
      <dgm:prSet/>
      <dgm:spPr/>
      <dgm:t>
        <a:bodyPr/>
        <a:lstStyle/>
        <a:p>
          <a:endParaRPr lang="en-US"/>
        </a:p>
      </dgm:t>
    </dgm:pt>
    <dgm:pt modelId="{9704A631-5B7F-4D26-B325-18EE9B4E2336}">
      <dgm:prSet/>
      <dgm:spPr/>
      <dgm:t>
        <a:bodyPr/>
        <a:lstStyle/>
        <a:p>
          <a:r>
            <a:rPr lang="en-US"/>
            <a:t>Ratings, tags, movie titles, genres</a:t>
          </a:r>
        </a:p>
      </dgm:t>
    </dgm:pt>
    <dgm:pt modelId="{A551A192-53DC-40C0-A82F-4DC2B9F4788B}" type="parTrans" cxnId="{D23CDDBB-BAC3-45B6-B322-E07F7CDFAA5B}">
      <dgm:prSet/>
      <dgm:spPr/>
      <dgm:t>
        <a:bodyPr/>
        <a:lstStyle/>
        <a:p>
          <a:endParaRPr lang="en-US"/>
        </a:p>
      </dgm:t>
    </dgm:pt>
    <dgm:pt modelId="{5F9280F8-A5F1-4BF5-84B7-17B94789EC6E}" type="sibTrans" cxnId="{D23CDDBB-BAC3-45B6-B322-E07F7CDFAA5B}">
      <dgm:prSet/>
      <dgm:spPr/>
      <dgm:t>
        <a:bodyPr/>
        <a:lstStyle/>
        <a:p>
          <a:endParaRPr lang="en-US"/>
        </a:p>
      </dgm:t>
    </dgm:pt>
    <dgm:pt modelId="{AF73AC1C-58A1-4195-B6B5-3440A69AF581}">
      <dgm:prSet/>
      <dgm:spPr/>
      <dgm:t>
        <a:bodyPr/>
        <a:lstStyle/>
        <a:p>
          <a:r>
            <a:rPr lang="en-US"/>
            <a:t>TMDb API</a:t>
          </a:r>
        </a:p>
      </dgm:t>
    </dgm:pt>
    <dgm:pt modelId="{7715E13A-712F-4A5E-A3CC-0ED801F31FEE}" type="parTrans" cxnId="{2D6F79EA-47D2-4BAA-B3E2-0175435731C9}">
      <dgm:prSet/>
      <dgm:spPr/>
      <dgm:t>
        <a:bodyPr/>
        <a:lstStyle/>
        <a:p>
          <a:endParaRPr lang="en-US"/>
        </a:p>
      </dgm:t>
    </dgm:pt>
    <dgm:pt modelId="{8ABB5B99-3CD3-43CB-A34C-16190665D6B4}" type="sibTrans" cxnId="{2D6F79EA-47D2-4BAA-B3E2-0175435731C9}">
      <dgm:prSet/>
      <dgm:spPr/>
      <dgm:t>
        <a:bodyPr/>
        <a:lstStyle/>
        <a:p>
          <a:endParaRPr lang="en-US"/>
        </a:p>
      </dgm:t>
    </dgm:pt>
    <dgm:pt modelId="{0CB67D6F-14E6-4CDC-9CA3-BE4FA900810F}">
      <dgm:prSet/>
      <dgm:spPr/>
      <dgm:t>
        <a:bodyPr/>
        <a:lstStyle/>
        <a:p>
          <a:r>
            <a:rPr lang="en-US"/>
            <a:t>Budget, revenue, production companies</a:t>
          </a:r>
        </a:p>
      </dgm:t>
    </dgm:pt>
    <dgm:pt modelId="{6533BC96-900D-4282-BBC8-8A8C265F8DAF}" type="parTrans" cxnId="{F2D21905-5AA9-4AD6-AB77-7F24712A468A}">
      <dgm:prSet/>
      <dgm:spPr/>
      <dgm:t>
        <a:bodyPr/>
        <a:lstStyle/>
        <a:p>
          <a:endParaRPr lang="en-US"/>
        </a:p>
      </dgm:t>
    </dgm:pt>
    <dgm:pt modelId="{44C2E1E0-AA93-45EB-9B09-86F0CE30A646}" type="sibTrans" cxnId="{F2D21905-5AA9-4AD6-AB77-7F24712A468A}">
      <dgm:prSet/>
      <dgm:spPr/>
      <dgm:t>
        <a:bodyPr/>
        <a:lstStyle/>
        <a:p>
          <a:endParaRPr lang="en-US"/>
        </a:p>
      </dgm:t>
    </dgm:pt>
    <dgm:pt modelId="{FA540719-3D01-4B49-B1AE-614B28F96B5C}">
      <dgm:prSet/>
      <dgm:spPr/>
      <dgm:t>
        <a:bodyPr/>
        <a:lstStyle/>
        <a:p>
          <a:r>
            <a:rPr lang="en-US"/>
            <a:t>Challenges</a:t>
          </a:r>
        </a:p>
      </dgm:t>
    </dgm:pt>
    <dgm:pt modelId="{8BF343CA-2CFC-4F8E-B632-B828C8721EE5}" type="parTrans" cxnId="{5ECB248D-C92B-4EE4-B4D7-BE1EAA6D18F5}">
      <dgm:prSet/>
      <dgm:spPr/>
      <dgm:t>
        <a:bodyPr/>
        <a:lstStyle/>
        <a:p>
          <a:endParaRPr lang="en-US"/>
        </a:p>
      </dgm:t>
    </dgm:pt>
    <dgm:pt modelId="{4A8895AC-347A-4F7E-9590-2114AD505ADD}" type="sibTrans" cxnId="{5ECB248D-C92B-4EE4-B4D7-BE1EAA6D18F5}">
      <dgm:prSet/>
      <dgm:spPr/>
      <dgm:t>
        <a:bodyPr/>
        <a:lstStyle/>
        <a:p>
          <a:endParaRPr lang="en-US"/>
        </a:p>
      </dgm:t>
    </dgm:pt>
    <dgm:pt modelId="{0E2A7F69-A73D-40EC-8800-CC07CCFA51DF}">
      <dgm:prSet/>
      <dgm:spPr/>
      <dgm:t>
        <a:bodyPr/>
        <a:lstStyle/>
        <a:p>
          <a:r>
            <a:rPr lang="en-US"/>
            <a:t>TMDb API was slow and rate-limited</a:t>
          </a:r>
        </a:p>
      </dgm:t>
    </dgm:pt>
    <dgm:pt modelId="{5FDEC295-EF0C-4911-BB88-C86C3FC0D344}" type="parTrans" cxnId="{34296F16-0F3E-4B01-A8CC-97D35D758E44}">
      <dgm:prSet/>
      <dgm:spPr/>
      <dgm:t>
        <a:bodyPr/>
        <a:lstStyle/>
        <a:p>
          <a:endParaRPr lang="en-US"/>
        </a:p>
      </dgm:t>
    </dgm:pt>
    <dgm:pt modelId="{9255D25E-DB71-4E37-BFC2-591D1A4B08DE}" type="sibTrans" cxnId="{34296F16-0F3E-4B01-A8CC-97D35D758E44}">
      <dgm:prSet/>
      <dgm:spPr/>
      <dgm:t>
        <a:bodyPr/>
        <a:lstStyle/>
        <a:p>
          <a:endParaRPr lang="en-US"/>
        </a:p>
      </dgm:t>
    </dgm:pt>
    <dgm:pt modelId="{9DBFC307-94F6-4873-8C4A-DAAEDAF214E9}">
      <dgm:prSet/>
      <dgm:spPr/>
      <dgm:t>
        <a:bodyPr/>
        <a:lstStyle/>
        <a:p>
          <a:r>
            <a:rPr lang="en-US"/>
            <a:t>Some financial data missing or incomplete</a:t>
          </a:r>
        </a:p>
      </dgm:t>
    </dgm:pt>
    <dgm:pt modelId="{29F4D4CE-F74A-43AB-9D4D-B1632F6E0550}" type="parTrans" cxnId="{E6D589EE-803F-479C-859D-B5C2F7E6AAB1}">
      <dgm:prSet/>
      <dgm:spPr/>
      <dgm:t>
        <a:bodyPr/>
        <a:lstStyle/>
        <a:p>
          <a:endParaRPr lang="en-US"/>
        </a:p>
      </dgm:t>
    </dgm:pt>
    <dgm:pt modelId="{844E07A5-CEE4-4EDF-9EBA-0EDE72CC8683}" type="sibTrans" cxnId="{E6D589EE-803F-479C-859D-B5C2F7E6AAB1}">
      <dgm:prSet/>
      <dgm:spPr/>
      <dgm:t>
        <a:bodyPr/>
        <a:lstStyle/>
        <a:p>
          <a:endParaRPr lang="en-US"/>
        </a:p>
      </dgm:t>
    </dgm:pt>
    <dgm:pt modelId="{9D0AAAEF-7892-4979-924B-F8039FB0A538}">
      <dgm:prSet/>
      <dgm:spPr/>
      <dgm:t>
        <a:bodyPr/>
        <a:lstStyle/>
        <a:p>
          <a:r>
            <a:rPr lang="en-US"/>
            <a:t>Random sampling caused inconsistent results ➜ replaced with fixed set</a:t>
          </a:r>
        </a:p>
      </dgm:t>
    </dgm:pt>
    <dgm:pt modelId="{7768E269-B69C-4A9F-BD0E-FB6DC2D5368C}" type="parTrans" cxnId="{37F87FEA-D46D-4AAE-87AE-5237632283FB}">
      <dgm:prSet/>
      <dgm:spPr/>
      <dgm:t>
        <a:bodyPr/>
        <a:lstStyle/>
        <a:p>
          <a:endParaRPr lang="en-US"/>
        </a:p>
      </dgm:t>
    </dgm:pt>
    <dgm:pt modelId="{78A917DA-0A9E-4490-AE90-CDC18CF22C11}" type="sibTrans" cxnId="{37F87FEA-D46D-4AAE-87AE-5237632283FB}">
      <dgm:prSet/>
      <dgm:spPr/>
      <dgm:t>
        <a:bodyPr/>
        <a:lstStyle/>
        <a:p>
          <a:endParaRPr lang="en-US"/>
        </a:p>
      </dgm:t>
    </dgm:pt>
    <dgm:pt modelId="{464D88DE-98D4-4B77-B5A9-E06D8D7F5709}" type="pres">
      <dgm:prSet presAssocID="{0534B47A-A495-4F42-9C5A-E2984F5434A9}" presName="linear" presStyleCnt="0">
        <dgm:presLayoutVars>
          <dgm:dir/>
          <dgm:animLvl val="lvl"/>
          <dgm:resizeHandles val="exact"/>
        </dgm:presLayoutVars>
      </dgm:prSet>
      <dgm:spPr/>
    </dgm:pt>
    <dgm:pt modelId="{C392F004-EB0E-4B6E-8E46-99DC99422436}" type="pres">
      <dgm:prSet presAssocID="{0C8AA209-6396-4856-9544-7EDED70479B8}" presName="parentLin" presStyleCnt="0"/>
      <dgm:spPr/>
    </dgm:pt>
    <dgm:pt modelId="{9C74740D-F61D-4600-8BB8-F6763803C609}" type="pres">
      <dgm:prSet presAssocID="{0C8AA209-6396-4856-9544-7EDED70479B8}" presName="parentLeftMargin" presStyleLbl="node1" presStyleIdx="0" presStyleCnt="3"/>
      <dgm:spPr/>
    </dgm:pt>
    <dgm:pt modelId="{47E2B20D-0B86-4FC3-8D13-3FB00D4A0CD0}" type="pres">
      <dgm:prSet presAssocID="{0C8AA209-6396-4856-9544-7EDED70479B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245925A-265C-4F20-908B-6801DDC6847E}" type="pres">
      <dgm:prSet presAssocID="{0C8AA209-6396-4856-9544-7EDED70479B8}" presName="negativeSpace" presStyleCnt="0"/>
      <dgm:spPr/>
    </dgm:pt>
    <dgm:pt modelId="{279E6C09-590E-4860-A3CD-45737418AEFE}" type="pres">
      <dgm:prSet presAssocID="{0C8AA209-6396-4856-9544-7EDED70479B8}" presName="childText" presStyleLbl="conFgAcc1" presStyleIdx="0" presStyleCnt="3">
        <dgm:presLayoutVars>
          <dgm:bulletEnabled val="1"/>
        </dgm:presLayoutVars>
      </dgm:prSet>
      <dgm:spPr/>
    </dgm:pt>
    <dgm:pt modelId="{E73CEF96-ECB2-400D-95BA-98B234EE909E}" type="pres">
      <dgm:prSet presAssocID="{F3690547-9700-4BDA-BC46-8508F4E377A7}" presName="spaceBetweenRectangles" presStyleCnt="0"/>
      <dgm:spPr/>
    </dgm:pt>
    <dgm:pt modelId="{DD844D34-29B4-408F-BF33-1AF62CF03C15}" type="pres">
      <dgm:prSet presAssocID="{AF73AC1C-58A1-4195-B6B5-3440A69AF581}" presName="parentLin" presStyleCnt="0"/>
      <dgm:spPr/>
    </dgm:pt>
    <dgm:pt modelId="{225E7AF5-25AC-45AB-8A99-FD25011B44EE}" type="pres">
      <dgm:prSet presAssocID="{AF73AC1C-58A1-4195-B6B5-3440A69AF581}" presName="parentLeftMargin" presStyleLbl="node1" presStyleIdx="0" presStyleCnt="3"/>
      <dgm:spPr/>
    </dgm:pt>
    <dgm:pt modelId="{9D512804-C32B-4CEA-A252-7B742AC3A9AA}" type="pres">
      <dgm:prSet presAssocID="{AF73AC1C-58A1-4195-B6B5-3440A69AF58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2FC796-B717-4576-B111-74A3BD48CC35}" type="pres">
      <dgm:prSet presAssocID="{AF73AC1C-58A1-4195-B6B5-3440A69AF581}" presName="negativeSpace" presStyleCnt="0"/>
      <dgm:spPr/>
    </dgm:pt>
    <dgm:pt modelId="{04486FEE-D903-4929-832D-21C51E93EB5D}" type="pres">
      <dgm:prSet presAssocID="{AF73AC1C-58A1-4195-B6B5-3440A69AF581}" presName="childText" presStyleLbl="conFgAcc1" presStyleIdx="1" presStyleCnt="3">
        <dgm:presLayoutVars>
          <dgm:bulletEnabled val="1"/>
        </dgm:presLayoutVars>
      </dgm:prSet>
      <dgm:spPr/>
    </dgm:pt>
    <dgm:pt modelId="{B82CF3BC-062A-4F38-984D-166D44C464A6}" type="pres">
      <dgm:prSet presAssocID="{8ABB5B99-3CD3-43CB-A34C-16190665D6B4}" presName="spaceBetweenRectangles" presStyleCnt="0"/>
      <dgm:spPr/>
    </dgm:pt>
    <dgm:pt modelId="{3A97FAE3-E2EA-4FF9-8A8D-876EBEA3A0DE}" type="pres">
      <dgm:prSet presAssocID="{FA540719-3D01-4B49-B1AE-614B28F96B5C}" presName="parentLin" presStyleCnt="0"/>
      <dgm:spPr/>
    </dgm:pt>
    <dgm:pt modelId="{6EF63641-62D0-4E4C-AE27-9D3DE860EFD8}" type="pres">
      <dgm:prSet presAssocID="{FA540719-3D01-4B49-B1AE-614B28F96B5C}" presName="parentLeftMargin" presStyleLbl="node1" presStyleIdx="1" presStyleCnt="3"/>
      <dgm:spPr/>
    </dgm:pt>
    <dgm:pt modelId="{ADB3B36E-387A-4EAF-8EF2-4BF247D973C3}" type="pres">
      <dgm:prSet presAssocID="{FA540719-3D01-4B49-B1AE-614B28F96B5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93FAB96-7784-4C3F-A660-39FCDC9D31EB}" type="pres">
      <dgm:prSet presAssocID="{FA540719-3D01-4B49-B1AE-614B28F96B5C}" presName="negativeSpace" presStyleCnt="0"/>
      <dgm:spPr/>
    </dgm:pt>
    <dgm:pt modelId="{66AC2DD2-9294-48CA-8BCF-FD7D6D614EF4}" type="pres">
      <dgm:prSet presAssocID="{FA540719-3D01-4B49-B1AE-614B28F96B5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2D21905-5AA9-4AD6-AB77-7F24712A468A}" srcId="{AF73AC1C-58A1-4195-B6B5-3440A69AF581}" destId="{0CB67D6F-14E6-4CDC-9CA3-BE4FA900810F}" srcOrd="0" destOrd="0" parTransId="{6533BC96-900D-4282-BBC8-8A8C265F8DAF}" sibTransId="{44C2E1E0-AA93-45EB-9B09-86F0CE30A646}"/>
    <dgm:cxn modelId="{34296F16-0F3E-4B01-A8CC-97D35D758E44}" srcId="{FA540719-3D01-4B49-B1AE-614B28F96B5C}" destId="{0E2A7F69-A73D-40EC-8800-CC07CCFA51DF}" srcOrd="0" destOrd="0" parTransId="{5FDEC295-EF0C-4911-BB88-C86C3FC0D344}" sibTransId="{9255D25E-DB71-4E37-BFC2-591D1A4B08DE}"/>
    <dgm:cxn modelId="{826D832F-7DBE-478E-9149-F998A775B93C}" type="presOf" srcId="{AF73AC1C-58A1-4195-B6B5-3440A69AF581}" destId="{225E7AF5-25AC-45AB-8A99-FD25011B44EE}" srcOrd="0" destOrd="0" presId="urn:microsoft.com/office/officeart/2005/8/layout/list1"/>
    <dgm:cxn modelId="{653DBB43-EC42-4015-A9D5-D87DF9AFA777}" type="presOf" srcId="{0CB67D6F-14E6-4CDC-9CA3-BE4FA900810F}" destId="{04486FEE-D903-4929-832D-21C51E93EB5D}" srcOrd="0" destOrd="0" presId="urn:microsoft.com/office/officeart/2005/8/layout/list1"/>
    <dgm:cxn modelId="{ECD0B051-327D-41BC-B30A-C89B2076CED1}" type="presOf" srcId="{AF73AC1C-58A1-4195-B6B5-3440A69AF581}" destId="{9D512804-C32B-4CEA-A252-7B742AC3A9AA}" srcOrd="1" destOrd="0" presId="urn:microsoft.com/office/officeart/2005/8/layout/list1"/>
    <dgm:cxn modelId="{41532E75-3F67-44F5-8515-65A6629669AA}" type="presOf" srcId="{0C8AA209-6396-4856-9544-7EDED70479B8}" destId="{9C74740D-F61D-4600-8BB8-F6763803C609}" srcOrd="0" destOrd="0" presId="urn:microsoft.com/office/officeart/2005/8/layout/list1"/>
    <dgm:cxn modelId="{42F3185A-3081-433D-90BD-1213C2FA0F2D}" type="presOf" srcId="{9DBFC307-94F6-4873-8C4A-DAAEDAF214E9}" destId="{66AC2DD2-9294-48CA-8BCF-FD7D6D614EF4}" srcOrd="0" destOrd="1" presId="urn:microsoft.com/office/officeart/2005/8/layout/list1"/>
    <dgm:cxn modelId="{8116847E-6950-4B8C-ACEB-447CF220FE6F}" type="presOf" srcId="{FA540719-3D01-4B49-B1AE-614B28F96B5C}" destId="{6EF63641-62D0-4E4C-AE27-9D3DE860EFD8}" srcOrd="0" destOrd="0" presId="urn:microsoft.com/office/officeart/2005/8/layout/list1"/>
    <dgm:cxn modelId="{15D7547F-3EDC-471A-9EB6-CB82D09627E5}" srcId="{0534B47A-A495-4F42-9C5A-E2984F5434A9}" destId="{0C8AA209-6396-4856-9544-7EDED70479B8}" srcOrd="0" destOrd="0" parTransId="{59BF9FFC-A9FA-4119-AEB9-EF3C48CF619B}" sibTransId="{F3690547-9700-4BDA-BC46-8508F4E377A7}"/>
    <dgm:cxn modelId="{32D10B83-6CE3-42A4-86BB-C01B1125FF70}" type="presOf" srcId="{0E2A7F69-A73D-40EC-8800-CC07CCFA51DF}" destId="{66AC2DD2-9294-48CA-8BCF-FD7D6D614EF4}" srcOrd="0" destOrd="0" presId="urn:microsoft.com/office/officeart/2005/8/layout/list1"/>
    <dgm:cxn modelId="{5ECB248D-C92B-4EE4-B4D7-BE1EAA6D18F5}" srcId="{0534B47A-A495-4F42-9C5A-E2984F5434A9}" destId="{FA540719-3D01-4B49-B1AE-614B28F96B5C}" srcOrd="2" destOrd="0" parTransId="{8BF343CA-2CFC-4F8E-B632-B828C8721EE5}" sibTransId="{4A8895AC-347A-4F7E-9590-2114AD505ADD}"/>
    <dgm:cxn modelId="{B3D27A99-A2CF-49C0-94FA-22588F6D3733}" type="presOf" srcId="{FA540719-3D01-4B49-B1AE-614B28F96B5C}" destId="{ADB3B36E-387A-4EAF-8EF2-4BF247D973C3}" srcOrd="1" destOrd="0" presId="urn:microsoft.com/office/officeart/2005/8/layout/list1"/>
    <dgm:cxn modelId="{774865B8-6FA9-46ED-9895-A482D054A4DB}" type="presOf" srcId="{0C8AA209-6396-4856-9544-7EDED70479B8}" destId="{47E2B20D-0B86-4FC3-8D13-3FB00D4A0CD0}" srcOrd="1" destOrd="0" presId="urn:microsoft.com/office/officeart/2005/8/layout/list1"/>
    <dgm:cxn modelId="{D23CDDBB-BAC3-45B6-B322-E07F7CDFAA5B}" srcId="{0C8AA209-6396-4856-9544-7EDED70479B8}" destId="{9704A631-5B7F-4D26-B325-18EE9B4E2336}" srcOrd="0" destOrd="0" parTransId="{A551A192-53DC-40C0-A82F-4DC2B9F4788B}" sibTransId="{5F9280F8-A5F1-4BF5-84B7-17B94789EC6E}"/>
    <dgm:cxn modelId="{B50C01BF-40E1-4EB5-BF10-56B68A5B967B}" type="presOf" srcId="{9704A631-5B7F-4D26-B325-18EE9B4E2336}" destId="{279E6C09-590E-4860-A3CD-45737418AEFE}" srcOrd="0" destOrd="0" presId="urn:microsoft.com/office/officeart/2005/8/layout/list1"/>
    <dgm:cxn modelId="{290983DF-A3D1-46DD-82AD-05D78090C263}" type="presOf" srcId="{0534B47A-A495-4F42-9C5A-E2984F5434A9}" destId="{464D88DE-98D4-4B77-B5A9-E06D8D7F5709}" srcOrd="0" destOrd="0" presId="urn:microsoft.com/office/officeart/2005/8/layout/list1"/>
    <dgm:cxn modelId="{D44088E3-6806-432F-9150-401EF409AECE}" type="presOf" srcId="{9D0AAAEF-7892-4979-924B-F8039FB0A538}" destId="{66AC2DD2-9294-48CA-8BCF-FD7D6D614EF4}" srcOrd="0" destOrd="2" presId="urn:microsoft.com/office/officeart/2005/8/layout/list1"/>
    <dgm:cxn modelId="{2D6F79EA-47D2-4BAA-B3E2-0175435731C9}" srcId="{0534B47A-A495-4F42-9C5A-E2984F5434A9}" destId="{AF73AC1C-58A1-4195-B6B5-3440A69AF581}" srcOrd="1" destOrd="0" parTransId="{7715E13A-712F-4A5E-A3CC-0ED801F31FEE}" sibTransId="{8ABB5B99-3CD3-43CB-A34C-16190665D6B4}"/>
    <dgm:cxn modelId="{37F87FEA-D46D-4AAE-87AE-5237632283FB}" srcId="{FA540719-3D01-4B49-B1AE-614B28F96B5C}" destId="{9D0AAAEF-7892-4979-924B-F8039FB0A538}" srcOrd="2" destOrd="0" parTransId="{7768E269-B69C-4A9F-BD0E-FB6DC2D5368C}" sibTransId="{78A917DA-0A9E-4490-AE90-CDC18CF22C11}"/>
    <dgm:cxn modelId="{E6D589EE-803F-479C-859D-B5C2F7E6AAB1}" srcId="{FA540719-3D01-4B49-B1AE-614B28F96B5C}" destId="{9DBFC307-94F6-4873-8C4A-DAAEDAF214E9}" srcOrd="1" destOrd="0" parTransId="{29F4D4CE-F74A-43AB-9D4D-B1632F6E0550}" sibTransId="{844E07A5-CEE4-4EDF-9EBA-0EDE72CC8683}"/>
    <dgm:cxn modelId="{A28E9C96-38C1-4036-86E5-398A2C78C1EF}" type="presParOf" srcId="{464D88DE-98D4-4B77-B5A9-E06D8D7F5709}" destId="{C392F004-EB0E-4B6E-8E46-99DC99422436}" srcOrd="0" destOrd="0" presId="urn:microsoft.com/office/officeart/2005/8/layout/list1"/>
    <dgm:cxn modelId="{A69EF111-03FB-4E1D-8018-C32672838267}" type="presParOf" srcId="{C392F004-EB0E-4B6E-8E46-99DC99422436}" destId="{9C74740D-F61D-4600-8BB8-F6763803C609}" srcOrd="0" destOrd="0" presId="urn:microsoft.com/office/officeart/2005/8/layout/list1"/>
    <dgm:cxn modelId="{74A4B1D6-E38B-4E87-9874-8AFF9E3F0114}" type="presParOf" srcId="{C392F004-EB0E-4B6E-8E46-99DC99422436}" destId="{47E2B20D-0B86-4FC3-8D13-3FB00D4A0CD0}" srcOrd="1" destOrd="0" presId="urn:microsoft.com/office/officeart/2005/8/layout/list1"/>
    <dgm:cxn modelId="{89750CD1-D427-4BEA-8DF1-740D70FB0C60}" type="presParOf" srcId="{464D88DE-98D4-4B77-B5A9-E06D8D7F5709}" destId="{B245925A-265C-4F20-908B-6801DDC6847E}" srcOrd="1" destOrd="0" presId="urn:microsoft.com/office/officeart/2005/8/layout/list1"/>
    <dgm:cxn modelId="{D5EDE13A-68AA-4578-9334-07F1DD882155}" type="presParOf" srcId="{464D88DE-98D4-4B77-B5A9-E06D8D7F5709}" destId="{279E6C09-590E-4860-A3CD-45737418AEFE}" srcOrd="2" destOrd="0" presId="urn:microsoft.com/office/officeart/2005/8/layout/list1"/>
    <dgm:cxn modelId="{68972FD4-BE60-4FBA-9CEF-D3E50D6ABAEB}" type="presParOf" srcId="{464D88DE-98D4-4B77-B5A9-E06D8D7F5709}" destId="{E73CEF96-ECB2-400D-95BA-98B234EE909E}" srcOrd="3" destOrd="0" presId="urn:microsoft.com/office/officeart/2005/8/layout/list1"/>
    <dgm:cxn modelId="{CB94A5EB-7EB1-4B5E-8545-ECD471244A1C}" type="presParOf" srcId="{464D88DE-98D4-4B77-B5A9-E06D8D7F5709}" destId="{DD844D34-29B4-408F-BF33-1AF62CF03C15}" srcOrd="4" destOrd="0" presId="urn:microsoft.com/office/officeart/2005/8/layout/list1"/>
    <dgm:cxn modelId="{39B8AC6A-00A7-445C-9338-3A01158258D6}" type="presParOf" srcId="{DD844D34-29B4-408F-BF33-1AF62CF03C15}" destId="{225E7AF5-25AC-45AB-8A99-FD25011B44EE}" srcOrd="0" destOrd="0" presId="urn:microsoft.com/office/officeart/2005/8/layout/list1"/>
    <dgm:cxn modelId="{608ABB9B-7C75-4F60-B4A5-EF4723555CA6}" type="presParOf" srcId="{DD844D34-29B4-408F-BF33-1AF62CF03C15}" destId="{9D512804-C32B-4CEA-A252-7B742AC3A9AA}" srcOrd="1" destOrd="0" presId="urn:microsoft.com/office/officeart/2005/8/layout/list1"/>
    <dgm:cxn modelId="{9DC27EB4-06CF-49B1-98F9-6CC81DE48375}" type="presParOf" srcId="{464D88DE-98D4-4B77-B5A9-E06D8D7F5709}" destId="{592FC796-B717-4576-B111-74A3BD48CC35}" srcOrd="5" destOrd="0" presId="urn:microsoft.com/office/officeart/2005/8/layout/list1"/>
    <dgm:cxn modelId="{AE3C76FE-9F45-4041-8B0A-F9654107ABF8}" type="presParOf" srcId="{464D88DE-98D4-4B77-B5A9-E06D8D7F5709}" destId="{04486FEE-D903-4929-832D-21C51E93EB5D}" srcOrd="6" destOrd="0" presId="urn:microsoft.com/office/officeart/2005/8/layout/list1"/>
    <dgm:cxn modelId="{26E4B240-B2CC-49AD-AC64-3590056B3E6E}" type="presParOf" srcId="{464D88DE-98D4-4B77-B5A9-E06D8D7F5709}" destId="{B82CF3BC-062A-4F38-984D-166D44C464A6}" srcOrd="7" destOrd="0" presId="urn:microsoft.com/office/officeart/2005/8/layout/list1"/>
    <dgm:cxn modelId="{B2BD45C4-FC9E-407B-99B9-4C7588378C5D}" type="presParOf" srcId="{464D88DE-98D4-4B77-B5A9-E06D8D7F5709}" destId="{3A97FAE3-E2EA-4FF9-8A8D-876EBEA3A0DE}" srcOrd="8" destOrd="0" presId="urn:microsoft.com/office/officeart/2005/8/layout/list1"/>
    <dgm:cxn modelId="{6BDD9A09-9ABA-41BD-AFE8-EB4403105621}" type="presParOf" srcId="{3A97FAE3-E2EA-4FF9-8A8D-876EBEA3A0DE}" destId="{6EF63641-62D0-4E4C-AE27-9D3DE860EFD8}" srcOrd="0" destOrd="0" presId="urn:microsoft.com/office/officeart/2005/8/layout/list1"/>
    <dgm:cxn modelId="{865751B7-BB71-4274-BB33-8D0796B09616}" type="presParOf" srcId="{3A97FAE3-E2EA-4FF9-8A8D-876EBEA3A0DE}" destId="{ADB3B36E-387A-4EAF-8EF2-4BF247D973C3}" srcOrd="1" destOrd="0" presId="urn:microsoft.com/office/officeart/2005/8/layout/list1"/>
    <dgm:cxn modelId="{7959F941-0173-49A6-9268-A846B17C358A}" type="presParOf" srcId="{464D88DE-98D4-4B77-B5A9-E06D8D7F5709}" destId="{F93FAB96-7784-4C3F-A660-39FCDC9D31EB}" srcOrd="9" destOrd="0" presId="urn:microsoft.com/office/officeart/2005/8/layout/list1"/>
    <dgm:cxn modelId="{A6DEFB58-7DCA-41BC-B138-9BAC6ADD58D1}" type="presParOf" srcId="{464D88DE-98D4-4B77-B5A9-E06D8D7F5709}" destId="{66AC2DD2-9294-48CA-8BCF-FD7D6D614EF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4E67D19-8C09-4F8E-8C57-2EF96D703EF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63BCF4-8222-42C9-A3A9-99A30BE72B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Extracted release years from titles using regex</a:t>
          </a:r>
        </a:p>
      </dgm:t>
    </dgm:pt>
    <dgm:pt modelId="{5674F6E6-7663-45AD-973D-2300AC9C8552}" type="parTrans" cxnId="{C5EA9C74-0967-4A70-9BF3-AC152283FD6A}">
      <dgm:prSet/>
      <dgm:spPr/>
      <dgm:t>
        <a:bodyPr/>
        <a:lstStyle/>
        <a:p>
          <a:endParaRPr lang="en-US"/>
        </a:p>
      </dgm:t>
    </dgm:pt>
    <dgm:pt modelId="{837DCE15-B79E-466D-AC7F-08E396D2953B}" type="sibTrans" cxnId="{C5EA9C74-0967-4A70-9BF3-AC152283FD6A}">
      <dgm:prSet/>
      <dgm:spPr/>
      <dgm:t>
        <a:bodyPr/>
        <a:lstStyle/>
        <a:p>
          <a:endParaRPr lang="en-US"/>
        </a:p>
      </dgm:t>
    </dgm:pt>
    <dgm:pt modelId="{BE3172D2-9945-42D8-BE4D-D86B4531F4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Cleaned and standardized movie titles</a:t>
          </a:r>
        </a:p>
      </dgm:t>
    </dgm:pt>
    <dgm:pt modelId="{2F5A2446-0566-48CC-80D5-C18210FD7444}" type="parTrans" cxnId="{148A53B4-096E-447D-AADC-72261C5462E8}">
      <dgm:prSet/>
      <dgm:spPr/>
      <dgm:t>
        <a:bodyPr/>
        <a:lstStyle/>
        <a:p>
          <a:endParaRPr lang="en-US"/>
        </a:p>
      </dgm:t>
    </dgm:pt>
    <dgm:pt modelId="{FB12B43F-DF19-4AD8-A47B-43FB148B87A5}" type="sibTrans" cxnId="{148A53B4-096E-447D-AADC-72261C5462E8}">
      <dgm:prSet/>
      <dgm:spPr/>
      <dgm:t>
        <a:bodyPr/>
        <a:lstStyle/>
        <a:p>
          <a:endParaRPr lang="en-US"/>
        </a:p>
      </dgm:t>
    </dgm:pt>
    <dgm:pt modelId="{C05EAA5C-4EB7-4FEA-A4FA-33A2455DA4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Joined datasets via tmdbId</a:t>
          </a:r>
        </a:p>
      </dgm:t>
    </dgm:pt>
    <dgm:pt modelId="{A10809D1-BC5A-4A14-8CA2-4768C456AF43}" type="parTrans" cxnId="{1864AFFF-655B-46CE-AE95-D37401614862}">
      <dgm:prSet/>
      <dgm:spPr/>
      <dgm:t>
        <a:bodyPr/>
        <a:lstStyle/>
        <a:p>
          <a:endParaRPr lang="en-US"/>
        </a:p>
      </dgm:t>
    </dgm:pt>
    <dgm:pt modelId="{307A5EB5-F35B-4555-9056-D2E8CDA37EED}" type="sibTrans" cxnId="{1864AFFF-655B-46CE-AE95-D37401614862}">
      <dgm:prSet/>
      <dgm:spPr/>
      <dgm:t>
        <a:bodyPr/>
        <a:lstStyle/>
        <a:p>
          <a:endParaRPr lang="en-US"/>
        </a:p>
      </dgm:t>
    </dgm:pt>
    <dgm:pt modelId="{6050695C-024F-43D4-8F20-C74FF2875B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Financials pulled via Python + TMDb API, then cached</a:t>
          </a:r>
        </a:p>
      </dgm:t>
    </dgm:pt>
    <dgm:pt modelId="{C296D672-3E07-48F2-A401-BD8E70AC8867}" type="parTrans" cxnId="{53783E16-A4E8-4088-B3E1-EB29DB8B5286}">
      <dgm:prSet/>
      <dgm:spPr/>
      <dgm:t>
        <a:bodyPr/>
        <a:lstStyle/>
        <a:p>
          <a:endParaRPr lang="en-US"/>
        </a:p>
      </dgm:t>
    </dgm:pt>
    <dgm:pt modelId="{29E92977-93BB-4179-A7D3-B2EA135AC96C}" type="sibTrans" cxnId="{53783E16-A4E8-4088-B3E1-EB29DB8B5286}">
      <dgm:prSet/>
      <dgm:spPr/>
      <dgm:t>
        <a:bodyPr/>
        <a:lstStyle/>
        <a:p>
          <a:endParaRPr lang="en-US"/>
        </a:p>
      </dgm:t>
    </dgm:pt>
    <dgm:pt modelId="{FAA83969-66BA-4554-B4AA-89C3AAE8C7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Result: Consistent, enriched dataset across 4+ tables</a:t>
          </a:r>
        </a:p>
      </dgm:t>
    </dgm:pt>
    <dgm:pt modelId="{C3EBEF68-4E29-4329-9FC2-BF9D7A94058A}" type="parTrans" cxnId="{B61B0544-9C6A-43D6-8630-116C5CAAE8D8}">
      <dgm:prSet/>
      <dgm:spPr/>
      <dgm:t>
        <a:bodyPr/>
        <a:lstStyle/>
        <a:p>
          <a:endParaRPr lang="en-US"/>
        </a:p>
      </dgm:t>
    </dgm:pt>
    <dgm:pt modelId="{5F3C5903-3863-4631-A19E-B22751EFCD96}" type="sibTrans" cxnId="{B61B0544-9C6A-43D6-8630-116C5CAAE8D8}">
      <dgm:prSet/>
      <dgm:spPr/>
      <dgm:t>
        <a:bodyPr/>
        <a:lstStyle/>
        <a:p>
          <a:endParaRPr lang="en-US"/>
        </a:p>
      </dgm:t>
    </dgm:pt>
    <dgm:pt modelId="{B4098702-7A1D-4A82-AE4A-B8821E8656FC}" type="pres">
      <dgm:prSet presAssocID="{A4E67D19-8C09-4F8E-8C57-2EF96D703EF5}" presName="root" presStyleCnt="0">
        <dgm:presLayoutVars>
          <dgm:dir/>
          <dgm:resizeHandles val="exact"/>
        </dgm:presLayoutVars>
      </dgm:prSet>
      <dgm:spPr/>
    </dgm:pt>
    <dgm:pt modelId="{C40DC0E7-0EA5-49AF-A09B-AF4FC2D93251}" type="pres">
      <dgm:prSet presAssocID="{1A63BCF4-8222-42C9-A3A9-99A30BE72B04}" presName="compNode" presStyleCnt="0"/>
      <dgm:spPr/>
    </dgm:pt>
    <dgm:pt modelId="{D9B375B4-815F-4E7C-B130-8AA72956D866}" type="pres">
      <dgm:prSet presAssocID="{1A63BCF4-8222-42C9-A3A9-99A30BE72B04}" presName="bgRect" presStyleLbl="bgShp" presStyleIdx="0" presStyleCnt="5"/>
      <dgm:spPr/>
    </dgm:pt>
    <dgm:pt modelId="{D226E656-C846-4F39-B499-7DB582C6E075}" type="pres">
      <dgm:prSet presAssocID="{1A63BCF4-8222-42C9-A3A9-99A30BE72B0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1FF0BCA-2A62-42A1-8D76-897AEFD84A39}" type="pres">
      <dgm:prSet presAssocID="{1A63BCF4-8222-42C9-A3A9-99A30BE72B04}" presName="spaceRect" presStyleCnt="0"/>
      <dgm:spPr/>
    </dgm:pt>
    <dgm:pt modelId="{F79B644D-8445-481D-BD78-83B896CB67A5}" type="pres">
      <dgm:prSet presAssocID="{1A63BCF4-8222-42C9-A3A9-99A30BE72B04}" presName="parTx" presStyleLbl="revTx" presStyleIdx="0" presStyleCnt="5">
        <dgm:presLayoutVars>
          <dgm:chMax val="0"/>
          <dgm:chPref val="0"/>
        </dgm:presLayoutVars>
      </dgm:prSet>
      <dgm:spPr/>
    </dgm:pt>
    <dgm:pt modelId="{70FA296E-1C1E-441E-B270-25C999759540}" type="pres">
      <dgm:prSet presAssocID="{837DCE15-B79E-466D-AC7F-08E396D2953B}" presName="sibTrans" presStyleCnt="0"/>
      <dgm:spPr/>
    </dgm:pt>
    <dgm:pt modelId="{716F3F40-15D9-413D-82FB-6DD45FE01BA4}" type="pres">
      <dgm:prSet presAssocID="{BE3172D2-9945-42D8-BE4D-D86B4531F462}" presName="compNode" presStyleCnt="0"/>
      <dgm:spPr/>
    </dgm:pt>
    <dgm:pt modelId="{C527B237-E119-4AC7-B56D-9CEA72E27D7E}" type="pres">
      <dgm:prSet presAssocID="{BE3172D2-9945-42D8-BE4D-D86B4531F462}" presName="bgRect" presStyleLbl="bgShp" presStyleIdx="1" presStyleCnt="5"/>
      <dgm:spPr/>
    </dgm:pt>
    <dgm:pt modelId="{F0DB790E-9567-49B4-9AE5-71FFC3D83F42}" type="pres">
      <dgm:prSet presAssocID="{BE3172D2-9945-42D8-BE4D-D86B4531F46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2520FD6C-AC4D-48BB-88FC-A5F31BFD10B4}" type="pres">
      <dgm:prSet presAssocID="{BE3172D2-9945-42D8-BE4D-D86B4531F462}" presName="spaceRect" presStyleCnt="0"/>
      <dgm:spPr/>
    </dgm:pt>
    <dgm:pt modelId="{73A14315-5B9B-4B5A-851E-06DCD4A64C0A}" type="pres">
      <dgm:prSet presAssocID="{BE3172D2-9945-42D8-BE4D-D86B4531F462}" presName="parTx" presStyleLbl="revTx" presStyleIdx="1" presStyleCnt="5">
        <dgm:presLayoutVars>
          <dgm:chMax val="0"/>
          <dgm:chPref val="0"/>
        </dgm:presLayoutVars>
      </dgm:prSet>
      <dgm:spPr/>
    </dgm:pt>
    <dgm:pt modelId="{69022EE5-5161-429E-B322-A070CA47941C}" type="pres">
      <dgm:prSet presAssocID="{FB12B43F-DF19-4AD8-A47B-43FB148B87A5}" presName="sibTrans" presStyleCnt="0"/>
      <dgm:spPr/>
    </dgm:pt>
    <dgm:pt modelId="{B0BFF08B-8811-4690-A3B8-AAC93572D1E2}" type="pres">
      <dgm:prSet presAssocID="{C05EAA5C-4EB7-4FEA-A4FA-33A2455DA42B}" presName="compNode" presStyleCnt="0"/>
      <dgm:spPr/>
    </dgm:pt>
    <dgm:pt modelId="{76C190C8-006C-46E0-988A-4DE55B7A841D}" type="pres">
      <dgm:prSet presAssocID="{C05EAA5C-4EB7-4FEA-A4FA-33A2455DA42B}" presName="bgRect" presStyleLbl="bgShp" presStyleIdx="2" presStyleCnt="5"/>
      <dgm:spPr/>
    </dgm:pt>
    <dgm:pt modelId="{4C435C1E-6DA8-43CF-810F-8C24270B5BC6}" type="pres">
      <dgm:prSet presAssocID="{C05EAA5C-4EB7-4FEA-A4FA-33A2455DA42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7AD7A77-868C-4C83-BF4F-F4EBAFB87082}" type="pres">
      <dgm:prSet presAssocID="{C05EAA5C-4EB7-4FEA-A4FA-33A2455DA42B}" presName="spaceRect" presStyleCnt="0"/>
      <dgm:spPr/>
    </dgm:pt>
    <dgm:pt modelId="{C5784DE1-A2FD-4CB4-990E-036FB7E1EF1B}" type="pres">
      <dgm:prSet presAssocID="{C05EAA5C-4EB7-4FEA-A4FA-33A2455DA42B}" presName="parTx" presStyleLbl="revTx" presStyleIdx="2" presStyleCnt="5">
        <dgm:presLayoutVars>
          <dgm:chMax val="0"/>
          <dgm:chPref val="0"/>
        </dgm:presLayoutVars>
      </dgm:prSet>
      <dgm:spPr/>
    </dgm:pt>
    <dgm:pt modelId="{BBE21387-1997-44DF-ACAE-ED6E3ECE1CAF}" type="pres">
      <dgm:prSet presAssocID="{307A5EB5-F35B-4555-9056-D2E8CDA37EED}" presName="sibTrans" presStyleCnt="0"/>
      <dgm:spPr/>
    </dgm:pt>
    <dgm:pt modelId="{74B04140-3F30-466E-8C30-60F2D5DD739E}" type="pres">
      <dgm:prSet presAssocID="{6050695C-024F-43D4-8F20-C74FF2875B1F}" presName="compNode" presStyleCnt="0"/>
      <dgm:spPr/>
    </dgm:pt>
    <dgm:pt modelId="{B35FE704-596C-4FB2-8ADE-AF035600EBC2}" type="pres">
      <dgm:prSet presAssocID="{6050695C-024F-43D4-8F20-C74FF2875B1F}" presName="bgRect" presStyleLbl="bgShp" presStyleIdx="3" presStyleCnt="5"/>
      <dgm:spPr/>
    </dgm:pt>
    <dgm:pt modelId="{215FC57A-5A1A-4645-A055-92780E962563}" type="pres">
      <dgm:prSet presAssocID="{6050695C-024F-43D4-8F20-C74FF2875B1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C9E4B3C-2A5C-42E9-A4AE-777AB2A44CBC}" type="pres">
      <dgm:prSet presAssocID="{6050695C-024F-43D4-8F20-C74FF2875B1F}" presName="spaceRect" presStyleCnt="0"/>
      <dgm:spPr/>
    </dgm:pt>
    <dgm:pt modelId="{63DF707C-9988-4CB4-B10B-1CFE1C30B4E3}" type="pres">
      <dgm:prSet presAssocID="{6050695C-024F-43D4-8F20-C74FF2875B1F}" presName="parTx" presStyleLbl="revTx" presStyleIdx="3" presStyleCnt="5">
        <dgm:presLayoutVars>
          <dgm:chMax val="0"/>
          <dgm:chPref val="0"/>
        </dgm:presLayoutVars>
      </dgm:prSet>
      <dgm:spPr/>
    </dgm:pt>
    <dgm:pt modelId="{1D39C559-BB61-42BB-A03C-FE39891AC046}" type="pres">
      <dgm:prSet presAssocID="{29E92977-93BB-4179-A7D3-B2EA135AC96C}" presName="sibTrans" presStyleCnt="0"/>
      <dgm:spPr/>
    </dgm:pt>
    <dgm:pt modelId="{254EBE40-8843-483F-8886-12341D0FA11A}" type="pres">
      <dgm:prSet presAssocID="{FAA83969-66BA-4554-B4AA-89C3AAE8C76E}" presName="compNode" presStyleCnt="0"/>
      <dgm:spPr/>
    </dgm:pt>
    <dgm:pt modelId="{54C4DD67-95BF-47BC-AA3B-2260FF761A74}" type="pres">
      <dgm:prSet presAssocID="{FAA83969-66BA-4554-B4AA-89C3AAE8C76E}" presName="bgRect" presStyleLbl="bgShp" presStyleIdx="4" presStyleCnt="5"/>
      <dgm:spPr/>
    </dgm:pt>
    <dgm:pt modelId="{B0E5686D-6D88-4F35-91A5-7FC12CBF6B68}" type="pres">
      <dgm:prSet presAssocID="{FAA83969-66BA-4554-B4AA-89C3AAE8C76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AE06FBB9-3DB7-4BE1-96C1-87824A08C8B1}" type="pres">
      <dgm:prSet presAssocID="{FAA83969-66BA-4554-B4AA-89C3AAE8C76E}" presName="spaceRect" presStyleCnt="0"/>
      <dgm:spPr/>
    </dgm:pt>
    <dgm:pt modelId="{29BF8622-5E38-41F7-9809-32F3C1AB1A09}" type="pres">
      <dgm:prSet presAssocID="{FAA83969-66BA-4554-B4AA-89C3AAE8C76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3783E16-A4E8-4088-B3E1-EB29DB8B5286}" srcId="{A4E67D19-8C09-4F8E-8C57-2EF96D703EF5}" destId="{6050695C-024F-43D4-8F20-C74FF2875B1F}" srcOrd="3" destOrd="0" parTransId="{C296D672-3E07-48F2-A401-BD8E70AC8867}" sibTransId="{29E92977-93BB-4179-A7D3-B2EA135AC96C}"/>
    <dgm:cxn modelId="{AFF36B2E-79F0-48D3-8897-2C20C3442009}" type="presOf" srcId="{1A63BCF4-8222-42C9-A3A9-99A30BE72B04}" destId="{F79B644D-8445-481D-BD78-83B896CB67A5}" srcOrd="0" destOrd="0" presId="urn:microsoft.com/office/officeart/2018/2/layout/IconVerticalSolidList"/>
    <dgm:cxn modelId="{B61B0544-9C6A-43D6-8630-116C5CAAE8D8}" srcId="{A4E67D19-8C09-4F8E-8C57-2EF96D703EF5}" destId="{FAA83969-66BA-4554-B4AA-89C3AAE8C76E}" srcOrd="4" destOrd="0" parTransId="{C3EBEF68-4E29-4329-9FC2-BF9D7A94058A}" sibTransId="{5F3C5903-3863-4631-A19E-B22751EFCD96}"/>
    <dgm:cxn modelId="{3B8EEB6A-DE7B-474B-B885-3DDC1324D76D}" type="presOf" srcId="{A4E67D19-8C09-4F8E-8C57-2EF96D703EF5}" destId="{B4098702-7A1D-4A82-AE4A-B8821E8656FC}" srcOrd="0" destOrd="0" presId="urn:microsoft.com/office/officeart/2018/2/layout/IconVerticalSolidList"/>
    <dgm:cxn modelId="{C5EA9C74-0967-4A70-9BF3-AC152283FD6A}" srcId="{A4E67D19-8C09-4F8E-8C57-2EF96D703EF5}" destId="{1A63BCF4-8222-42C9-A3A9-99A30BE72B04}" srcOrd="0" destOrd="0" parTransId="{5674F6E6-7663-45AD-973D-2300AC9C8552}" sibTransId="{837DCE15-B79E-466D-AC7F-08E396D2953B}"/>
    <dgm:cxn modelId="{148A53B4-096E-447D-AADC-72261C5462E8}" srcId="{A4E67D19-8C09-4F8E-8C57-2EF96D703EF5}" destId="{BE3172D2-9945-42D8-BE4D-D86B4531F462}" srcOrd="1" destOrd="0" parTransId="{2F5A2446-0566-48CC-80D5-C18210FD7444}" sibTransId="{FB12B43F-DF19-4AD8-A47B-43FB148B87A5}"/>
    <dgm:cxn modelId="{573DAAC9-5446-407A-B1E2-FAC089456915}" type="presOf" srcId="{6050695C-024F-43D4-8F20-C74FF2875B1F}" destId="{63DF707C-9988-4CB4-B10B-1CFE1C30B4E3}" srcOrd="0" destOrd="0" presId="urn:microsoft.com/office/officeart/2018/2/layout/IconVerticalSolidList"/>
    <dgm:cxn modelId="{06A6ABE6-DEFD-496F-AC4B-1A9A6D5B8548}" type="presOf" srcId="{BE3172D2-9945-42D8-BE4D-D86B4531F462}" destId="{73A14315-5B9B-4B5A-851E-06DCD4A64C0A}" srcOrd="0" destOrd="0" presId="urn:microsoft.com/office/officeart/2018/2/layout/IconVerticalSolidList"/>
    <dgm:cxn modelId="{837F1FE9-E4E3-4A81-A061-7D04A3C592FF}" type="presOf" srcId="{C05EAA5C-4EB7-4FEA-A4FA-33A2455DA42B}" destId="{C5784DE1-A2FD-4CB4-990E-036FB7E1EF1B}" srcOrd="0" destOrd="0" presId="urn:microsoft.com/office/officeart/2018/2/layout/IconVerticalSolidList"/>
    <dgm:cxn modelId="{732C1BEB-85BD-468E-9F5B-2CF7A1C3FB2E}" type="presOf" srcId="{FAA83969-66BA-4554-B4AA-89C3AAE8C76E}" destId="{29BF8622-5E38-41F7-9809-32F3C1AB1A09}" srcOrd="0" destOrd="0" presId="urn:microsoft.com/office/officeart/2018/2/layout/IconVerticalSolidList"/>
    <dgm:cxn modelId="{1864AFFF-655B-46CE-AE95-D37401614862}" srcId="{A4E67D19-8C09-4F8E-8C57-2EF96D703EF5}" destId="{C05EAA5C-4EB7-4FEA-A4FA-33A2455DA42B}" srcOrd="2" destOrd="0" parTransId="{A10809D1-BC5A-4A14-8CA2-4768C456AF43}" sibTransId="{307A5EB5-F35B-4555-9056-D2E8CDA37EED}"/>
    <dgm:cxn modelId="{5E2EF91C-ABE2-4051-ABC1-2A10992C6AC8}" type="presParOf" srcId="{B4098702-7A1D-4A82-AE4A-B8821E8656FC}" destId="{C40DC0E7-0EA5-49AF-A09B-AF4FC2D93251}" srcOrd="0" destOrd="0" presId="urn:microsoft.com/office/officeart/2018/2/layout/IconVerticalSolidList"/>
    <dgm:cxn modelId="{821CF751-0D16-44AE-9360-EB4816363A87}" type="presParOf" srcId="{C40DC0E7-0EA5-49AF-A09B-AF4FC2D93251}" destId="{D9B375B4-815F-4E7C-B130-8AA72956D866}" srcOrd="0" destOrd="0" presId="urn:microsoft.com/office/officeart/2018/2/layout/IconVerticalSolidList"/>
    <dgm:cxn modelId="{45D5E242-5EE7-4EE1-9861-064C4C2075A8}" type="presParOf" srcId="{C40DC0E7-0EA5-49AF-A09B-AF4FC2D93251}" destId="{D226E656-C846-4F39-B499-7DB582C6E075}" srcOrd="1" destOrd="0" presId="urn:microsoft.com/office/officeart/2018/2/layout/IconVerticalSolidList"/>
    <dgm:cxn modelId="{3513F2D2-34BB-4CFF-8612-7652B3BF08E9}" type="presParOf" srcId="{C40DC0E7-0EA5-49AF-A09B-AF4FC2D93251}" destId="{F1FF0BCA-2A62-42A1-8D76-897AEFD84A39}" srcOrd="2" destOrd="0" presId="urn:microsoft.com/office/officeart/2018/2/layout/IconVerticalSolidList"/>
    <dgm:cxn modelId="{047BE97C-A364-44EF-8ED1-5705B42AB677}" type="presParOf" srcId="{C40DC0E7-0EA5-49AF-A09B-AF4FC2D93251}" destId="{F79B644D-8445-481D-BD78-83B896CB67A5}" srcOrd="3" destOrd="0" presId="urn:microsoft.com/office/officeart/2018/2/layout/IconVerticalSolidList"/>
    <dgm:cxn modelId="{7988B622-56CD-4252-9D0F-A22CFE64E4C2}" type="presParOf" srcId="{B4098702-7A1D-4A82-AE4A-B8821E8656FC}" destId="{70FA296E-1C1E-441E-B270-25C999759540}" srcOrd="1" destOrd="0" presId="urn:microsoft.com/office/officeart/2018/2/layout/IconVerticalSolidList"/>
    <dgm:cxn modelId="{D457B6A8-8362-4BFE-8718-EFA9F3CB83B6}" type="presParOf" srcId="{B4098702-7A1D-4A82-AE4A-B8821E8656FC}" destId="{716F3F40-15D9-413D-82FB-6DD45FE01BA4}" srcOrd="2" destOrd="0" presId="urn:microsoft.com/office/officeart/2018/2/layout/IconVerticalSolidList"/>
    <dgm:cxn modelId="{204513A7-6DDF-4EAC-9F5F-08A4524435B8}" type="presParOf" srcId="{716F3F40-15D9-413D-82FB-6DD45FE01BA4}" destId="{C527B237-E119-4AC7-B56D-9CEA72E27D7E}" srcOrd="0" destOrd="0" presId="urn:microsoft.com/office/officeart/2018/2/layout/IconVerticalSolidList"/>
    <dgm:cxn modelId="{3D0739F5-BC03-4103-8C4A-7DF580135D35}" type="presParOf" srcId="{716F3F40-15D9-413D-82FB-6DD45FE01BA4}" destId="{F0DB790E-9567-49B4-9AE5-71FFC3D83F42}" srcOrd="1" destOrd="0" presId="urn:microsoft.com/office/officeart/2018/2/layout/IconVerticalSolidList"/>
    <dgm:cxn modelId="{11092738-D02A-490A-BD67-4532C053A433}" type="presParOf" srcId="{716F3F40-15D9-413D-82FB-6DD45FE01BA4}" destId="{2520FD6C-AC4D-48BB-88FC-A5F31BFD10B4}" srcOrd="2" destOrd="0" presId="urn:microsoft.com/office/officeart/2018/2/layout/IconVerticalSolidList"/>
    <dgm:cxn modelId="{AC53E70E-8680-416B-9604-92FC28A4186E}" type="presParOf" srcId="{716F3F40-15D9-413D-82FB-6DD45FE01BA4}" destId="{73A14315-5B9B-4B5A-851E-06DCD4A64C0A}" srcOrd="3" destOrd="0" presId="urn:microsoft.com/office/officeart/2018/2/layout/IconVerticalSolidList"/>
    <dgm:cxn modelId="{587C92F2-2CF1-4C2E-9C11-2CFD77911781}" type="presParOf" srcId="{B4098702-7A1D-4A82-AE4A-B8821E8656FC}" destId="{69022EE5-5161-429E-B322-A070CA47941C}" srcOrd="3" destOrd="0" presId="urn:microsoft.com/office/officeart/2018/2/layout/IconVerticalSolidList"/>
    <dgm:cxn modelId="{17721564-05BC-42F8-96F4-2B8664DFE999}" type="presParOf" srcId="{B4098702-7A1D-4A82-AE4A-B8821E8656FC}" destId="{B0BFF08B-8811-4690-A3B8-AAC93572D1E2}" srcOrd="4" destOrd="0" presId="urn:microsoft.com/office/officeart/2018/2/layout/IconVerticalSolidList"/>
    <dgm:cxn modelId="{2896FB3D-B1B3-4CD0-B7EC-D8A0CA8A4B96}" type="presParOf" srcId="{B0BFF08B-8811-4690-A3B8-AAC93572D1E2}" destId="{76C190C8-006C-46E0-988A-4DE55B7A841D}" srcOrd="0" destOrd="0" presId="urn:microsoft.com/office/officeart/2018/2/layout/IconVerticalSolidList"/>
    <dgm:cxn modelId="{6C8C5201-9CCA-47AF-880C-B534513A89FB}" type="presParOf" srcId="{B0BFF08B-8811-4690-A3B8-AAC93572D1E2}" destId="{4C435C1E-6DA8-43CF-810F-8C24270B5BC6}" srcOrd="1" destOrd="0" presId="urn:microsoft.com/office/officeart/2018/2/layout/IconVerticalSolidList"/>
    <dgm:cxn modelId="{6E8B729A-F8D8-4AA7-8D68-5ABC83901CCC}" type="presParOf" srcId="{B0BFF08B-8811-4690-A3B8-AAC93572D1E2}" destId="{67AD7A77-868C-4C83-BF4F-F4EBAFB87082}" srcOrd="2" destOrd="0" presId="urn:microsoft.com/office/officeart/2018/2/layout/IconVerticalSolidList"/>
    <dgm:cxn modelId="{80A52964-36A8-45C7-959E-9BBBA5FF4F56}" type="presParOf" srcId="{B0BFF08B-8811-4690-A3B8-AAC93572D1E2}" destId="{C5784DE1-A2FD-4CB4-990E-036FB7E1EF1B}" srcOrd="3" destOrd="0" presId="urn:microsoft.com/office/officeart/2018/2/layout/IconVerticalSolidList"/>
    <dgm:cxn modelId="{9F90283A-6FC3-4617-9963-A3A727FBA24D}" type="presParOf" srcId="{B4098702-7A1D-4A82-AE4A-B8821E8656FC}" destId="{BBE21387-1997-44DF-ACAE-ED6E3ECE1CAF}" srcOrd="5" destOrd="0" presId="urn:microsoft.com/office/officeart/2018/2/layout/IconVerticalSolidList"/>
    <dgm:cxn modelId="{CAA38FA4-2019-4057-A190-6B934223F5A8}" type="presParOf" srcId="{B4098702-7A1D-4A82-AE4A-B8821E8656FC}" destId="{74B04140-3F30-466E-8C30-60F2D5DD739E}" srcOrd="6" destOrd="0" presId="urn:microsoft.com/office/officeart/2018/2/layout/IconVerticalSolidList"/>
    <dgm:cxn modelId="{B44829A8-C2DD-424D-A4DB-702FBAC7ABFE}" type="presParOf" srcId="{74B04140-3F30-466E-8C30-60F2D5DD739E}" destId="{B35FE704-596C-4FB2-8ADE-AF035600EBC2}" srcOrd="0" destOrd="0" presId="urn:microsoft.com/office/officeart/2018/2/layout/IconVerticalSolidList"/>
    <dgm:cxn modelId="{ADC898C1-3B44-4B74-A86B-2DF4DDFD626D}" type="presParOf" srcId="{74B04140-3F30-466E-8C30-60F2D5DD739E}" destId="{215FC57A-5A1A-4645-A055-92780E962563}" srcOrd="1" destOrd="0" presId="urn:microsoft.com/office/officeart/2018/2/layout/IconVerticalSolidList"/>
    <dgm:cxn modelId="{461D0461-4B0F-4D31-B523-3EEB8A54B5B7}" type="presParOf" srcId="{74B04140-3F30-466E-8C30-60F2D5DD739E}" destId="{5C9E4B3C-2A5C-42E9-A4AE-777AB2A44CBC}" srcOrd="2" destOrd="0" presId="urn:microsoft.com/office/officeart/2018/2/layout/IconVerticalSolidList"/>
    <dgm:cxn modelId="{6F970954-8231-427F-9498-D8914D7DFF75}" type="presParOf" srcId="{74B04140-3F30-466E-8C30-60F2D5DD739E}" destId="{63DF707C-9988-4CB4-B10B-1CFE1C30B4E3}" srcOrd="3" destOrd="0" presId="urn:microsoft.com/office/officeart/2018/2/layout/IconVerticalSolidList"/>
    <dgm:cxn modelId="{5233F576-FBF7-49DA-A1E2-A9C5653CD3BC}" type="presParOf" srcId="{B4098702-7A1D-4A82-AE4A-B8821E8656FC}" destId="{1D39C559-BB61-42BB-A03C-FE39891AC046}" srcOrd="7" destOrd="0" presId="urn:microsoft.com/office/officeart/2018/2/layout/IconVerticalSolidList"/>
    <dgm:cxn modelId="{988016F1-CBEE-4907-B420-34790E323572}" type="presParOf" srcId="{B4098702-7A1D-4A82-AE4A-B8821E8656FC}" destId="{254EBE40-8843-483F-8886-12341D0FA11A}" srcOrd="8" destOrd="0" presId="urn:microsoft.com/office/officeart/2018/2/layout/IconVerticalSolidList"/>
    <dgm:cxn modelId="{553313AE-460D-4954-AE69-1566E0E15AD9}" type="presParOf" srcId="{254EBE40-8843-483F-8886-12341D0FA11A}" destId="{54C4DD67-95BF-47BC-AA3B-2260FF761A74}" srcOrd="0" destOrd="0" presId="urn:microsoft.com/office/officeart/2018/2/layout/IconVerticalSolidList"/>
    <dgm:cxn modelId="{C38192BC-F7A7-431C-B2E0-52B7944766C1}" type="presParOf" srcId="{254EBE40-8843-483F-8886-12341D0FA11A}" destId="{B0E5686D-6D88-4F35-91A5-7FC12CBF6B68}" srcOrd="1" destOrd="0" presId="urn:microsoft.com/office/officeart/2018/2/layout/IconVerticalSolidList"/>
    <dgm:cxn modelId="{0ED0872C-7FBD-47C2-98C6-CA221C05D3E2}" type="presParOf" srcId="{254EBE40-8843-483F-8886-12341D0FA11A}" destId="{AE06FBB9-3DB7-4BE1-96C1-87824A08C8B1}" srcOrd="2" destOrd="0" presId="urn:microsoft.com/office/officeart/2018/2/layout/IconVerticalSolidList"/>
    <dgm:cxn modelId="{35DCF8B8-B790-4DEF-A144-7EF41A8138B6}" type="presParOf" srcId="{254EBE40-8843-483F-8886-12341D0FA11A}" destId="{29BF8622-5E38-41F7-9809-32F3C1AB1A0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CECC11C-C681-499F-9561-5B0E5AA8473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1A00AD1-9CE6-4866-9999-319559896D95}">
      <dgm:prSet/>
      <dgm:spPr/>
      <dgm:t>
        <a:bodyPr/>
        <a:lstStyle/>
        <a:p>
          <a:r>
            <a:rPr lang="en-US"/>
            <a:t>Most profitable films differ from most liked</a:t>
          </a:r>
        </a:p>
      </dgm:t>
    </dgm:pt>
    <dgm:pt modelId="{90175342-F5E7-4D87-B0B5-62E2192DEB5B}" type="parTrans" cxnId="{3DD707FE-9597-453C-A609-388887F403D3}">
      <dgm:prSet/>
      <dgm:spPr/>
      <dgm:t>
        <a:bodyPr/>
        <a:lstStyle/>
        <a:p>
          <a:endParaRPr lang="en-US"/>
        </a:p>
      </dgm:t>
    </dgm:pt>
    <dgm:pt modelId="{B4F665C4-4F5A-4E77-A3DC-D3E7198F1A26}" type="sibTrans" cxnId="{3DD707FE-9597-453C-A609-388887F403D3}">
      <dgm:prSet/>
      <dgm:spPr/>
      <dgm:t>
        <a:bodyPr/>
        <a:lstStyle/>
        <a:p>
          <a:endParaRPr lang="en-US"/>
        </a:p>
      </dgm:t>
    </dgm:pt>
    <dgm:pt modelId="{A6FAFB15-6AD8-4332-B0A3-DA703B9470FC}">
      <dgm:prSet/>
      <dgm:spPr/>
      <dgm:t>
        <a:bodyPr/>
        <a:lstStyle/>
        <a:p>
          <a:r>
            <a:rPr lang="en-US"/>
            <a:t>High revenue ≠ high ratings (audience taste ≠ box office)</a:t>
          </a:r>
        </a:p>
      </dgm:t>
    </dgm:pt>
    <dgm:pt modelId="{FDA62DE4-EB77-45E5-A0DE-F285A0A93066}" type="parTrans" cxnId="{6CA9245D-174A-41E8-9357-4FE713968189}">
      <dgm:prSet/>
      <dgm:spPr/>
      <dgm:t>
        <a:bodyPr/>
        <a:lstStyle/>
        <a:p>
          <a:endParaRPr lang="en-US"/>
        </a:p>
      </dgm:t>
    </dgm:pt>
    <dgm:pt modelId="{6735630B-3445-461C-B6A7-3B29E6258BC0}" type="sibTrans" cxnId="{6CA9245D-174A-41E8-9357-4FE713968189}">
      <dgm:prSet/>
      <dgm:spPr/>
      <dgm:t>
        <a:bodyPr/>
        <a:lstStyle/>
        <a:p>
          <a:endParaRPr lang="en-US"/>
        </a:p>
      </dgm:t>
    </dgm:pt>
    <dgm:pt modelId="{24256A79-D6A1-4C6A-9AFD-A3EA74217012}">
      <dgm:prSet/>
      <dgm:spPr/>
      <dgm:t>
        <a:bodyPr/>
        <a:lstStyle/>
        <a:p>
          <a:r>
            <a:rPr lang="en-US"/>
            <a:t>Tags reveal viewer sentiment (e.g., “underrated”, “classic”)</a:t>
          </a:r>
        </a:p>
      </dgm:t>
    </dgm:pt>
    <dgm:pt modelId="{4BBB3F81-3672-4857-8D74-66570CC1EF77}" type="parTrans" cxnId="{C8D4D6F5-63D8-4AEC-8EB8-FBE8A8F5A044}">
      <dgm:prSet/>
      <dgm:spPr/>
      <dgm:t>
        <a:bodyPr/>
        <a:lstStyle/>
        <a:p>
          <a:endParaRPr lang="en-US"/>
        </a:p>
      </dgm:t>
    </dgm:pt>
    <dgm:pt modelId="{FB7D2AE0-3E4D-4059-8A30-BE58B714E187}" type="sibTrans" cxnId="{C8D4D6F5-63D8-4AEC-8EB8-FBE8A8F5A044}">
      <dgm:prSet/>
      <dgm:spPr/>
      <dgm:t>
        <a:bodyPr/>
        <a:lstStyle/>
        <a:p>
          <a:endParaRPr lang="en-US"/>
        </a:p>
      </dgm:t>
    </dgm:pt>
    <dgm:pt modelId="{E5991D86-CFE4-4872-8E70-7B12019848A1}">
      <dgm:prSet/>
      <dgm:spPr/>
      <dgm:t>
        <a:bodyPr/>
        <a:lstStyle/>
        <a:p>
          <a:r>
            <a:rPr lang="en-US"/>
            <a:t>Top production companies produced multiple successful films</a:t>
          </a:r>
        </a:p>
      </dgm:t>
    </dgm:pt>
    <dgm:pt modelId="{86498D6F-3FB6-43DB-838C-4745582FFF91}" type="parTrans" cxnId="{D411EC34-3779-46CE-9D6D-ABCD7C973227}">
      <dgm:prSet/>
      <dgm:spPr/>
      <dgm:t>
        <a:bodyPr/>
        <a:lstStyle/>
        <a:p>
          <a:endParaRPr lang="en-US"/>
        </a:p>
      </dgm:t>
    </dgm:pt>
    <dgm:pt modelId="{C6979CBE-09E2-45E7-BD8C-CB34AB6CA2B2}" type="sibTrans" cxnId="{D411EC34-3779-46CE-9D6D-ABCD7C973227}">
      <dgm:prSet/>
      <dgm:spPr/>
      <dgm:t>
        <a:bodyPr/>
        <a:lstStyle/>
        <a:p>
          <a:endParaRPr lang="en-US"/>
        </a:p>
      </dgm:t>
    </dgm:pt>
    <dgm:pt modelId="{EC1931D8-2F5F-4BE8-A756-3BC36919BBF6}" type="pres">
      <dgm:prSet presAssocID="{8CECC11C-C681-499F-9561-5B0E5AA8473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1D9D96C-180D-463B-A78C-931AFF89F0D7}" type="pres">
      <dgm:prSet presAssocID="{51A00AD1-9CE6-4866-9999-319559896D95}" presName="hierRoot1" presStyleCnt="0"/>
      <dgm:spPr/>
    </dgm:pt>
    <dgm:pt modelId="{AA6CAA99-7F74-4F82-869D-BBDDF2951C41}" type="pres">
      <dgm:prSet presAssocID="{51A00AD1-9CE6-4866-9999-319559896D95}" presName="composite" presStyleCnt="0"/>
      <dgm:spPr/>
    </dgm:pt>
    <dgm:pt modelId="{128348E8-E2BA-4020-8ED3-58FC277197CB}" type="pres">
      <dgm:prSet presAssocID="{51A00AD1-9CE6-4866-9999-319559896D95}" presName="background" presStyleLbl="node0" presStyleIdx="0" presStyleCnt="4"/>
      <dgm:spPr/>
    </dgm:pt>
    <dgm:pt modelId="{696104F1-DD4B-4D9A-8109-DB22F38C4833}" type="pres">
      <dgm:prSet presAssocID="{51A00AD1-9CE6-4866-9999-319559896D95}" presName="text" presStyleLbl="fgAcc0" presStyleIdx="0" presStyleCnt="4">
        <dgm:presLayoutVars>
          <dgm:chPref val="3"/>
        </dgm:presLayoutVars>
      </dgm:prSet>
      <dgm:spPr/>
    </dgm:pt>
    <dgm:pt modelId="{DBD198AB-4125-40C6-B97B-39205180EEA4}" type="pres">
      <dgm:prSet presAssocID="{51A00AD1-9CE6-4866-9999-319559896D95}" presName="hierChild2" presStyleCnt="0"/>
      <dgm:spPr/>
    </dgm:pt>
    <dgm:pt modelId="{8DA64802-78A7-48A3-AF30-9D2FA86AF4FB}" type="pres">
      <dgm:prSet presAssocID="{A6FAFB15-6AD8-4332-B0A3-DA703B9470FC}" presName="hierRoot1" presStyleCnt="0"/>
      <dgm:spPr/>
    </dgm:pt>
    <dgm:pt modelId="{558753BA-C4CE-4CEB-BAD3-DC20B6C21246}" type="pres">
      <dgm:prSet presAssocID="{A6FAFB15-6AD8-4332-B0A3-DA703B9470FC}" presName="composite" presStyleCnt="0"/>
      <dgm:spPr/>
    </dgm:pt>
    <dgm:pt modelId="{DBB822D7-5701-4DC9-A3FB-53DE2836195B}" type="pres">
      <dgm:prSet presAssocID="{A6FAFB15-6AD8-4332-B0A3-DA703B9470FC}" presName="background" presStyleLbl="node0" presStyleIdx="1" presStyleCnt="4"/>
      <dgm:spPr/>
    </dgm:pt>
    <dgm:pt modelId="{5D0FC00E-BC1C-4654-891A-1538B4153B8A}" type="pres">
      <dgm:prSet presAssocID="{A6FAFB15-6AD8-4332-B0A3-DA703B9470FC}" presName="text" presStyleLbl="fgAcc0" presStyleIdx="1" presStyleCnt="4">
        <dgm:presLayoutVars>
          <dgm:chPref val="3"/>
        </dgm:presLayoutVars>
      </dgm:prSet>
      <dgm:spPr/>
    </dgm:pt>
    <dgm:pt modelId="{1BF4B0A2-A406-4CFA-8F91-521B55B2D781}" type="pres">
      <dgm:prSet presAssocID="{A6FAFB15-6AD8-4332-B0A3-DA703B9470FC}" presName="hierChild2" presStyleCnt="0"/>
      <dgm:spPr/>
    </dgm:pt>
    <dgm:pt modelId="{5C7CA268-06EA-4D19-BFF8-9DD5F3F6483B}" type="pres">
      <dgm:prSet presAssocID="{24256A79-D6A1-4C6A-9AFD-A3EA74217012}" presName="hierRoot1" presStyleCnt="0"/>
      <dgm:spPr/>
    </dgm:pt>
    <dgm:pt modelId="{7EACF05D-4421-441E-A0B3-C91AA534BF22}" type="pres">
      <dgm:prSet presAssocID="{24256A79-D6A1-4C6A-9AFD-A3EA74217012}" presName="composite" presStyleCnt="0"/>
      <dgm:spPr/>
    </dgm:pt>
    <dgm:pt modelId="{35688C44-C535-424C-AD74-1DC0089B909D}" type="pres">
      <dgm:prSet presAssocID="{24256A79-D6A1-4C6A-9AFD-A3EA74217012}" presName="background" presStyleLbl="node0" presStyleIdx="2" presStyleCnt="4"/>
      <dgm:spPr/>
    </dgm:pt>
    <dgm:pt modelId="{208C13C4-1C54-4B63-9193-1675C7634C84}" type="pres">
      <dgm:prSet presAssocID="{24256A79-D6A1-4C6A-9AFD-A3EA74217012}" presName="text" presStyleLbl="fgAcc0" presStyleIdx="2" presStyleCnt="4">
        <dgm:presLayoutVars>
          <dgm:chPref val="3"/>
        </dgm:presLayoutVars>
      </dgm:prSet>
      <dgm:spPr/>
    </dgm:pt>
    <dgm:pt modelId="{AD84D08C-ADFE-44F2-BAC5-A10EB3CFE2AC}" type="pres">
      <dgm:prSet presAssocID="{24256A79-D6A1-4C6A-9AFD-A3EA74217012}" presName="hierChild2" presStyleCnt="0"/>
      <dgm:spPr/>
    </dgm:pt>
    <dgm:pt modelId="{35BDE19B-45A3-451C-AC14-AEFCBAA16857}" type="pres">
      <dgm:prSet presAssocID="{E5991D86-CFE4-4872-8E70-7B12019848A1}" presName="hierRoot1" presStyleCnt="0"/>
      <dgm:spPr/>
    </dgm:pt>
    <dgm:pt modelId="{F0126D89-8684-41A5-9558-0E705482126E}" type="pres">
      <dgm:prSet presAssocID="{E5991D86-CFE4-4872-8E70-7B12019848A1}" presName="composite" presStyleCnt="0"/>
      <dgm:spPr/>
    </dgm:pt>
    <dgm:pt modelId="{02924257-62D2-424B-9A72-1454649A4F11}" type="pres">
      <dgm:prSet presAssocID="{E5991D86-CFE4-4872-8E70-7B12019848A1}" presName="background" presStyleLbl="node0" presStyleIdx="3" presStyleCnt="4"/>
      <dgm:spPr/>
    </dgm:pt>
    <dgm:pt modelId="{AA189476-06F5-40B5-A20C-3CB58A362FD7}" type="pres">
      <dgm:prSet presAssocID="{E5991D86-CFE4-4872-8E70-7B12019848A1}" presName="text" presStyleLbl="fgAcc0" presStyleIdx="3" presStyleCnt="4">
        <dgm:presLayoutVars>
          <dgm:chPref val="3"/>
        </dgm:presLayoutVars>
      </dgm:prSet>
      <dgm:spPr/>
    </dgm:pt>
    <dgm:pt modelId="{D84E067E-35BE-4D73-B056-8552D40223B9}" type="pres">
      <dgm:prSet presAssocID="{E5991D86-CFE4-4872-8E70-7B12019848A1}" presName="hierChild2" presStyleCnt="0"/>
      <dgm:spPr/>
    </dgm:pt>
  </dgm:ptLst>
  <dgm:cxnLst>
    <dgm:cxn modelId="{7DED4C1F-5FF5-4F22-A62D-A6F5B7D5BC4D}" type="presOf" srcId="{A6FAFB15-6AD8-4332-B0A3-DA703B9470FC}" destId="{5D0FC00E-BC1C-4654-891A-1538B4153B8A}" srcOrd="0" destOrd="0" presId="urn:microsoft.com/office/officeart/2005/8/layout/hierarchy1"/>
    <dgm:cxn modelId="{D411EC34-3779-46CE-9D6D-ABCD7C973227}" srcId="{8CECC11C-C681-499F-9561-5B0E5AA84737}" destId="{E5991D86-CFE4-4872-8E70-7B12019848A1}" srcOrd="3" destOrd="0" parTransId="{86498D6F-3FB6-43DB-838C-4745582FFF91}" sibTransId="{C6979CBE-09E2-45E7-BD8C-CB34AB6CA2B2}"/>
    <dgm:cxn modelId="{6CA9245D-174A-41E8-9357-4FE713968189}" srcId="{8CECC11C-C681-499F-9561-5B0E5AA84737}" destId="{A6FAFB15-6AD8-4332-B0A3-DA703B9470FC}" srcOrd="1" destOrd="0" parTransId="{FDA62DE4-EB77-45E5-A0DE-F285A0A93066}" sibTransId="{6735630B-3445-461C-B6A7-3B29E6258BC0}"/>
    <dgm:cxn modelId="{B47AFE48-3AA8-4C59-B970-4005910F2125}" type="presOf" srcId="{8CECC11C-C681-499F-9561-5B0E5AA84737}" destId="{EC1931D8-2F5F-4BE8-A756-3BC36919BBF6}" srcOrd="0" destOrd="0" presId="urn:microsoft.com/office/officeart/2005/8/layout/hierarchy1"/>
    <dgm:cxn modelId="{8F02F64B-DEF3-4EA7-8EDF-65A9FC5FC3D9}" type="presOf" srcId="{51A00AD1-9CE6-4866-9999-319559896D95}" destId="{696104F1-DD4B-4D9A-8109-DB22F38C4833}" srcOrd="0" destOrd="0" presId="urn:microsoft.com/office/officeart/2005/8/layout/hierarchy1"/>
    <dgm:cxn modelId="{09673EB1-8FD8-4B38-9DFB-0EB619397CEC}" type="presOf" srcId="{E5991D86-CFE4-4872-8E70-7B12019848A1}" destId="{AA189476-06F5-40B5-A20C-3CB58A362FD7}" srcOrd="0" destOrd="0" presId="urn:microsoft.com/office/officeart/2005/8/layout/hierarchy1"/>
    <dgm:cxn modelId="{DA98F4D4-285F-41BB-A0F8-31444CB4494A}" type="presOf" srcId="{24256A79-D6A1-4C6A-9AFD-A3EA74217012}" destId="{208C13C4-1C54-4B63-9193-1675C7634C84}" srcOrd="0" destOrd="0" presId="urn:microsoft.com/office/officeart/2005/8/layout/hierarchy1"/>
    <dgm:cxn modelId="{C8D4D6F5-63D8-4AEC-8EB8-FBE8A8F5A044}" srcId="{8CECC11C-C681-499F-9561-5B0E5AA84737}" destId="{24256A79-D6A1-4C6A-9AFD-A3EA74217012}" srcOrd="2" destOrd="0" parTransId="{4BBB3F81-3672-4857-8D74-66570CC1EF77}" sibTransId="{FB7D2AE0-3E4D-4059-8A30-BE58B714E187}"/>
    <dgm:cxn modelId="{3DD707FE-9597-453C-A609-388887F403D3}" srcId="{8CECC11C-C681-499F-9561-5B0E5AA84737}" destId="{51A00AD1-9CE6-4866-9999-319559896D95}" srcOrd="0" destOrd="0" parTransId="{90175342-F5E7-4D87-B0B5-62E2192DEB5B}" sibTransId="{B4F665C4-4F5A-4E77-A3DC-D3E7198F1A26}"/>
    <dgm:cxn modelId="{988DE732-A767-49A0-B95C-0FE6F552A186}" type="presParOf" srcId="{EC1931D8-2F5F-4BE8-A756-3BC36919BBF6}" destId="{61D9D96C-180D-463B-A78C-931AFF89F0D7}" srcOrd="0" destOrd="0" presId="urn:microsoft.com/office/officeart/2005/8/layout/hierarchy1"/>
    <dgm:cxn modelId="{47EC3F6C-242F-4366-B963-FA89D0BC9C9B}" type="presParOf" srcId="{61D9D96C-180D-463B-A78C-931AFF89F0D7}" destId="{AA6CAA99-7F74-4F82-869D-BBDDF2951C41}" srcOrd="0" destOrd="0" presId="urn:microsoft.com/office/officeart/2005/8/layout/hierarchy1"/>
    <dgm:cxn modelId="{6DD38F2D-004C-4E9E-8560-CD7AA9C9988A}" type="presParOf" srcId="{AA6CAA99-7F74-4F82-869D-BBDDF2951C41}" destId="{128348E8-E2BA-4020-8ED3-58FC277197CB}" srcOrd="0" destOrd="0" presId="urn:microsoft.com/office/officeart/2005/8/layout/hierarchy1"/>
    <dgm:cxn modelId="{FAD4197D-C182-4E4F-A455-45E62E86D2CA}" type="presParOf" srcId="{AA6CAA99-7F74-4F82-869D-BBDDF2951C41}" destId="{696104F1-DD4B-4D9A-8109-DB22F38C4833}" srcOrd="1" destOrd="0" presId="urn:microsoft.com/office/officeart/2005/8/layout/hierarchy1"/>
    <dgm:cxn modelId="{2E922BC0-9B67-471E-A0ED-C5E335AE7FC0}" type="presParOf" srcId="{61D9D96C-180D-463B-A78C-931AFF89F0D7}" destId="{DBD198AB-4125-40C6-B97B-39205180EEA4}" srcOrd="1" destOrd="0" presId="urn:microsoft.com/office/officeart/2005/8/layout/hierarchy1"/>
    <dgm:cxn modelId="{A8884286-CAC5-4085-8030-BBFDC689770F}" type="presParOf" srcId="{EC1931D8-2F5F-4BE8-A756-3BC36919BBF6}" destId="{8DA64802-78A7-48A3-AF30-9D2FA86AF4FB}" srcOrd="1" destOrd="0" presId="urn:microsoft.com/office/officeart/2005/8/layout/hierarchy1"/>
    <dgm:cxn modelId="{385D3D95-DB8B-46CD-BCCA-F95C4CD8194D}" type="presParOf" srcId="{8DA64802-78A7-48A3-AF30-9D2FA86AF4FB}" destId="{558753BA-C4CE-4CEB-BAD3-DC20B6C21246}" srcOrd="0" destOrd="0" presId="urn:microsoft.com/office/officeart/2005/8/layout/hierarchy1"/>
    <dgm:cxn modelId="{5B808847-073D-488D-B200-4AD6AACE13F6}" type="presParOf" srcId="{558753BA-C4CE-4CEB-BAD3-DC20B6C21246}" destId="{DBB822D7-5701-4DC9-A3FB-53DE2836195B}" srcOrd="0" destOrd="0" presId="urn:microsoft.com/office/officeart/2005/8/layout/hierarchy1"/>
    <dgm:cxn modelId="{AD337754-BD12-41F4-9A79-88C684506CF1}" type="presParOf" srcId="{558753BA-C4CE-4CEB-BAD3-DC20B6C21246}" destId="{5D0FC00E-BC1C-4654-891A-1538B4153B8A}" srcOrd="1" destOrd="0" presId="urn:microsoft.com/office/officeart/2005/8/layout/hierarchy1"/>
    <dgm:cxn modelId="{D08DE6F3-3D4B-4D7C-8B1D-8A34C65E2D20}" type="presParOf" srcId="{8DA64802-78A7-48A3-AF30-9D2FA86AF4FB}" destId="{1BF4B0A2-A406-4CFA-8F91-521B55B2D781}" srcOrd="1" destOrd="0" presId="urn:microsoft.com/office/officeart/2005/8/layout/hierarchy1"/>
    <dgm:cxn modelId="{375304F2-4CA7-4DA0-9BAC-B49197A41D1C}" type="presParOf" srcId="{EC1931D8-2F5F-4BE8-A756-3BC36919BBF6}" destId="{5C7CA268-06EA-4D19-BFF8-9DD5F3F6483B}" srcOrd="2" destOrd="0" presId="urn:microsoft.com/office/officeart/2005/8/layout/hierarchy1"/>
    <dgm:cxn modelId="{12A6F748-0411-4EE0-B5B6-67C5DB8FD7CA}" type="presParOf" srcId="{5C7CA268-06EA-4D19-BFF8-9DD5F3F6483B}" destId="{7EACF05D-4421-441E-A0B3-C91AA534BF22}" srcOrd="0" destOrd="0" presId="urn:microsoft.com/office/officeart/2005/8/layout/hierarchy1"/>
    <dgm:cxn modelId="{86A3705B-BFD7-4F69-AA6E-E705FC456976}" type="presParOf" srcId="{7EACF05D-4421-441E-A0B3-C91AA534BF22}" destId="{35688C44-C535-424C-AD74-1DC0089B909D}" srcOrd="0" destOrd="0" presId="urn:microsoft.com/office/officeart/2005/8/layout/hierarchy1"/>
    <dgm:cxn modelId="{6318751D-E6F7-4E1C-B677-CD6FEF5FF474}" type="presParOf" srcId="{7EACF05D-4421-441E-A0B3-C91AA534BF22}" destId="{208C13C4-1C54-4B63-9193-1675C7634C84}" srcOrd="1" destOrd="0" presId="urn:microsoft.com/office/officeart/2005/8/layout/hierarchy1"/>
    <dgm:cxn modelId="{725920AE-3EB8-4044-8CC5-62D2E919749E}" type="presParOf" srcId="{5C7CA268-06EA-4D19-BFF8-9DD5F3F6483B}" destId="{AD84D08C-ADFE-44F2-BAC5-A10EB3CFE2AC}" srcOrd="1" destOrd="0" presId="urn:microsoft.com/office/officeart/2005/8/layout/hierarchy1"/>
    <dgm:cxn modelId="{8845890B-B292-4F59-B02D-40F58F64DA71}" type="presParOf" srcId="{EC1931D8-2F5F-4BE8-A756-3BC36919BBF6}" destId="{35BDE19B-45A3-451C-AC14-AEFCBAA16857}" srcOrd="3" destOrd="0" presId="urn:microsoft.com/office/officeart/2005/8/layout/hierarchy1"/>
    <dgm:cxn modelId="{0F040539-B56E-4371-A05D-4EE6770FA26B}" type="presParOf" srcId="{35BDE19B-45A3-451C-AC14-AEFCBAA16857}" destId="{F0126D89-8684-41A5-9558-0E705482126E}" srcOrd="0" destOrd="0" presId="urn:microsoft.com/office/officeart/2005/8/layout/hierarchy1"/>
    <dgm:cxn modelId="{8AD79778-4A8C-4C1C-ACEE-424E0A3DFB2B}" type="presParOf" srcId="{F0126D89-8684-41A5-9558-0E705482126E}" destId="{02924257-62D2-424B-9A72-1454649A4F11}" srcOrd="0" destOrd="0" presId="urn:microsoft.com/office/officeart/2005/8/layout/hierarchy1"/>
    <dgm:cxn modelId="{CB877D91-1614-4D8D-9595-594D1A304229}" type="presParOf" srcId="{F0126D89-8684-41A5-9558-0E705482126E}" destId="{AA189476-06F5-40B5-A20C-3CB58A362FD7}" srcOrd="1" destOrd="0" presId="urn:microsoft.com/office/officeart/2005/8/layout/hierarchy1"/>
    <dgm:cxn modelId="{52B80031-2798-4560-91BB-0B99A90A61BB}" type="presParOf" srcId="{35BDE19B-45A3-451C-AC14-AEFCBAA16857}" destId="{D84E067E-35BE-4D73-B056-8552D40223B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B0BE16F-E733-4B23-AF86-AECD77952C9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26BEF5C-F8E7-4903-B2AE-3B78AA2C72DD}">
      <dgm:prSet/>
      <dgm:spPr/>
      <dgm:t>
        <a:bodyPr/>
        <a:lstStyle/>
        <a:p>
          <a:r>
            <a:rPr lang="en-US"/>
            <a:t>Integrated two open data sources into one structured SQL database</a:t>
          </a:r>
        </a:p>
      </dgm:t>
    </dgm:pt>
    <dgm:pt modelId="{2431BA0A-FE17-4C36-80DF-6560440A93F8}" type="parTrans" cxnId="{EA9A2270-44AE-4AB8-976D-BFEB7A2B52C5}">
      <dgm:prSet/>
      <dgm:spPr/>
      <dgm:t>
        <a:bodyPr/>
        <a:lstStyle/>
        <a:p>
          <a:endParaRPr lang="en-US"/>
        </a:p>
      </dgm:t>
    </dgm:pt>
    <dgm:pt modelId="{A282ABC1-77E9-4C37-A0D8-68C420B1737E}" type="sibTrans" cxnId="{EA9A2270-44AE-4AB8-976D-BFEB7A2B52C5}">
      <dgm:prSet/>
      <dgm:spPr/>
      <dgm:t>
        <a:bodyPr/>
        <a:lstStyle/>
        <a:p>
          <a:endParaRPr lang="en-US"/>
        </a:p>
      </dgm:t>
    </dgm:pt>
    <dgm:pt modelId="{DCD630B2-72DF-4787-ACEF-68196428F18E}">
      <dgm:prSet/>
      <dgm:spPr/>
      <dgm:t>
        <a:bodyPr/>
        <a:lstStyle/>
        <a:p>
          <a:r>
            <a:rPr lang="en-US"/>
            <a:t>Enabled rich analysis through SQL + Python</a:t>
          </a:r>
        </a:p>
      </dgm:t>
    </dgm:pt>
    <dgm:pt modelId="{3B5CEF3E-B749-42DC-BE2D-98DD277D8DA2}" type="parTrans" cxnId="{A6D9C3CF-CB03-45D2-8ADE-1851E8AEAF9C}">
      <dgm:prSet/>
      <dgm:spPr/>
      <dgm:t>
        <a:bodyPr/>
        <a:lstStyle/>
        <a:p>
          <a:endParaRPr lang="en-US"/>
        </a:p>
      </dgm:t>
    </dgm:pt>
    <dgm:pt modelId="{5B273B36-7450-43F6-8E5D-B5F2F18FC099}" type="sibTrans" cxnId="{A6D9C3CF-CB03-45D2-8ADE-1851E8AEAF9C}">
      <dgm:prSet/>
      <dgm:spPr/>
      <dgm:t>
        <a:bodyPr/>
        <a:lstStyle/>
        <a:p>
          <a:endParaRPr lang="en-US"/>
        </a:p>
      </dgm:t>
    </dgm:pt>
    <dgm:pt modelId="{F2E25C03-C83C-4EA8-AEB5-45EA4D955050}">
      <dgm:prSet/>
      <dgm:spPr/>
      <dgm:t>
        <a:bodyPr/>
        <a:lstStyle/>
        <a:p>
          <a:r>
            <a:rPr lang="en-US"/>
            <a:t>Built reproducible pipeline from ingestion to visualization</a:t>
          </a:r>
        </a:p>
      </dgm:t>
    </dgm:pt>
    <dgm:pt modelId="{41E32377-DE16-42FC-99C0-0995CC978258}" type="parTrans" cxnId="{636D3FDB-3FFE-4EA2-AF26-649657569674}">
      <dgm:prSet/>
      <dgm:spPr/>
      <dgm:t>
        <a:bodyPr/>
        <a:lstStyle/>
        <a:p>
          <a:endParaRPr lang="en-US"/>
        </a:p>
      </dgm:t>
    </dgm:pt>
    <dgm:pt modelId="{79EDDA5E-9AEC-4AF1-8817-19C50442417A}" type="sibTrans" cxnId="{636D3FDB-3FFE-4EA2-AF26-649657569674}">
      <dgm:prSet/>
      <dgm:spPr/>
      <dgm:t>
        <a:bodyPr/>
        <a:lstStyle/>
        <a:p>
          <a:endParaRPr lang="en-US"/>
        </a:p>
      </dgm:t>
    </dgm:pt>
    <dgm:pt modelId="{697795F1-76B4-456E-992B-16B6158A8E22}">
      <dgm:prSet/>
      <dgm:spPr/>
      <dgm:t>
        <a:bodyPr/>
        <a:lstStyle/>
        <a:p>
          <a:r>
            <a:rPr lang="en-US"/>
            <a:t>Future work: Scale API fetch to 500+ movies, add genre/actor analysis</a:t>
          </a:r>
        </a:p>
      </dgm:t>
    </dgm:pt>
    <dgm:pt modelId="{C0C9DE8B-A38A-433E-A2CA-4149C0D5708C}" type="parTrans" cxnId="{CFAC4761-9BF7-46CF-AA9E-4A0E21B13BF3}">
      <dgm:prSet/>
      <dgm:spPr/>
      <dgm:t>
        <a:bodyPr/>
        <a:lstStyle/>
        <a:p>
          <a:endParaRPr lang="en-US"/>
        </a:p>
      </dgm:t>
    </dgm:pt>
    <dgm:pt modelId="{3CD6F298-F2B8-49F3-8DCC-5B7214B652AC}" type="sibTrans" cxnId="{CFAC4761-9BF7-46CF-AA9E-4A0E21B13BF3}">
      <dgm:prSet/>
      <dgm:spPr/>
      <dgm:t>
        <a:bodyPr/>
        <a:lstStyle/>
        <a:p>
          <a:endParaRPr lang="en-US"/>
        </a:p>
      </dgm:t>
    </dgm:pt>
    <dgm:pt modelId="{E4FD0330-8321-4585-9CE3-66E429054FC0}" type="pres">
      <dgm:prSet presAssocID="{6B0BE16F-E733-4B23-AF86-AECD77952C98}" presName="vert0" presStyleCnt="0">
        <dgm:presLayoutVars>
          <dgm:dir/>
          <dgm:animOne val="branch"/>
          <dgm:animLvl val="lvl"/>
        </dgm:presLayoutVars>
      </dgm:prSet>
      <dgm:spPr/>
    </dgm:pt>
    <dgm:pt modelId="{982D17CB-7A10-4B94-B77F-04EC81341B1B}" type="pres">
      <dgm:prSet presAssocID="{F26BEF5C-F8E7-4903-B2AE-3B78AA2C72DD}" presName="thickLine" presStyleLbl="alignNode1" presStyleIdx="0" presStyleCnt="4"/>
      <dgm:spPr/>
    </dgm:pt>
    <dgm:pt modelId="{5BDA3021-63AA-4E2B-B4E8-58527527B950}" type="pres">
      <dgm:prSet presAssocID="{F26BEF5C-F8E7-4903-B2AE-3B78AA2C72DD}" presName="horz1" presStyleCnt="0"/>
      <dgm:spPr/>
    </dgm:pt>
    <dgm:pt modelId="{6030AA4D-DA74-4932-9465-DCE40CB9E275}" type="pres">
      <dgm:prSet presAssocID="{F26BEF5C-F8E7-4903-B2AE-3B78AA2C72DD}" presName="tx1" presStyleLbl="revTx" presStyleIdx="0" presStyleCnt="4"/>
      <dgm:spPr/>
    </dgm:pt>
    <dgm:pt modelId="{876756BE-973C-4519-83C7-5E66544CCE05}" type="pres">
      <dgm:prSet presAssocID="{F26BEF5C-F8E7-4903-B2AE-3B78AA2C72DD}" presName="vert1" presStyleCnt="0"/>
      <dgm:spPr/>
    </dgm:pt>
    <dgm:pt modelId="{072A4BCC-6EAB-45CF-A2DA-5FD6E9191E95}" type="pres">
      <dgm:prSet presAssocID="{DCD630B2-72DF-4787-ACEF-68196428F18E}" presName="thickLine" presStyleLbl="alignNode1" presStyleIdx="1" presStyleCnt="4"/>
      <dgm:spPr/>
    </dgm:pt>
    <dgm:pt modelId="{165AEE32-5095-49C0-A297-8400F2261BC1}" type="pres">
      <dgm:prSet presAssocID="{DCD630B2-72DF-4787-ACEF-68196428F18E}" presName="horz1" presStyleCnt="0"/>
      <dgm:spPr/>
    </dgm:pt>
    <dgm:pt modelId="{D7801386-1C6C-4132-9FEB-24F2D28C5C0D}" type="pres">
      <dgm:prSet presAssocID="{DCD630B2-72DF-4787-ACEF-68196428F18E}" presName="tx1" presStyleLbl="revTx" presStyleIdx="1" presStyleCnt="4"/>
      <dgm:spPr/>
    </dgm:pt>
    <dgm:pt modelId="{13AA418C-3F19-4768-82FD-83AB72920447}" type="pres">
      <dgm:prSet presAssocID="{DCD630B2-72DF-4787-ACEF-68196428F18E}" presName="vert1" presStyleCnt="0"/>
      <dgm:spPr/>
    </dgm:pt>
    <dgm:pt modelId="{9EDDA5C7-22A0-4EE7-9986-CA37D624AC43}" type="pres">
      <dgm:prSet presAssocID="{F2E25C03-C83C-4EA8-AEB5-45EA4D955050}" presName="thickLine" presStyleLbl="alignNode1" presStyleIdx="2" presStyleCnt="4"/>
      <dgm:spPr/>
    </dgm:pt>
    <dgm:pt modelId="{C302E942-B967-473B-AFBC-A97C8EE666C0}" type="pres">
      <dgm:prSet presAssocID="{F2E25C03-C83C-4EA8-AEB5-45EA4D955050}" presName="horz1" presStyleCnt="0"/>
      <dgm:spPr/>
    </dgm:pt>
    <dgm:pt modelId="{D094E46B-16BB-47DE-BC2C-AAC08631124D}" type="pres">
      <dgm:prSet presAssocID="{F2E25C03-C83C-4EA8-AEB5-45EA4D955050}" presName="tx1" presStyleLbl="revTx" presStyleIdx="2" presStyleCnt="4"/>
      <dgm:spPr/>
    </dgm:pt>
    <dgm:pt modelId="{86E9C546-BBEF-49A2-B5A8-C5CC0498786E}" type="pres">
      <dgm:prSet presAssocID="{F2E25C03-C83C-4EA8-AEB5-45EA4D955050}" presName="vert1" presStyleCnt="0"/>
      <dgm:spPr/>
    </dgm:pt>
    <dgm:pt modelId="{B07417F0-21CA-423E-BE6A-D41279076346}" type="pres">
      <dgm:prSet presAssocID="{697795F1-76B4-456E-992B-16B6158A8E22}" presName="thickLine" presStyleLbl="alignNode1" presStyleIdx="3" presStyleCnt="4"/>
      <dgm:spPr/>
    </dgm:pt>
    <dgm:pt modelId="{077AB8FB-1610-495C-A340-04B62AB02BA9}" type="pres">
      <dgm:prSet presAssocID="{697795F1-76B4-456E-992B-16B6158A8E22}" presName="horz1" presStyleCnt="0"/>
      <dgm:spPr/>
    </dgm:pt>
    <dgm:pt modelId="{C59F3BA5-144C-43A8-A16E-FF86E3243A5F}" type="pres">
      <dgm:prSet presAssocID="{697795F1-76B4-456E-992B-16B6158A8E22}" presName="tx1" presStyleLbl="revTx" presStyleIdx="3" presStyleCnt="4"/>
      <dgm:spPr/>
    </dgm:pt>
    <dgm:pt modelId="{5B2605BA-0E85-41C7-933F-0A85ED339154}" type="pres">
      <dgm:prSet presAssocID="{697795F1-76B4-456E-992B-16B6158A8E22}" presName="vert1" presStyleCnt="0"/>
      <dgm:spPr/>
    </dgm:pt>
  </dgm:ptLst>
  <dgm:cxnLst>
    <dgm:cxn modelId="{C6056060-E0D6-4988-8F91-704AD260B42A}" type="presOf" srcId="{6B0BE16F-E733-4B23-AF86-AECD77952C98}" destId="{E4FD0330-8321-4585-9CE3-66E429054FC0}" srcOrd="0" destOrd="0" presId="urn:microsoft.com/office/officeart/2008/layout/LinedList"/>
    <dgm:cxn modelId="{CFAC4761-9BF7-46CF-AA9E-4A0E21B13BF3}" srcId="{6B0BE16F-E733-4B23-AF86-AECD77952C98}" destId="{697795F1-76B4-456E-992B-16B6158A8E22}" srcOrd="3" destOrd="0" parTransId="{C0C9DE8B-A38A-433E-A2CA-4149C0D5708C}" sibTransId="{3CD6F298-F2B8-49F3-8DCC-5B7214B652AC}"/>
    <dgm:cxn modelId="{EA9A2270-44AE-4AB8-976D-BFEB7A2B52C5}" srcId="{6B0BE16F-E733-4B23-AF86-AECD77952C98}" destId="{F26BEF5C-F8E7-4903-B2AE-3B78AA2C72DD}" srcOrd="0" destOrd="0" parTransId="{2431BA0A-FE17-4C36-80DF-6560440A93F8}" sibTransId="{A282ABC1-77E9-4C37-A0D8-68C420B1737E}"/>
    <dgm:cxn modelId="{DA77D99A-7304-46A3-BD46-884E5DB94147}" type="presOf" srcId="{DCD630B2-72DF-4787-ACEF-68196428F18E}" destId="{D7801386-1C6C-4132-9FEB-24F2D28C5C0D}" srcOrd="0" destOrd="0" presId="urn:microsoft.com/office/officeart/2008/layout/LinedList"/>
    <dgm:cxn modelId="{294F5CAB-3D15-4FA8-B5BE-A1E62EF982D5}" type="presOf" srcId="{F26BEF5C-F8E7-4903-B2AE-3B78AA2C72DD}" destId="{6030AA4D-DA74-4932-9465-DCE40CB9E275}" srcOrd="0" destOrd="0" presId="urn:microsoft.com/office/officeart/2008/layout/LinedList"/>
    <dgm:cxn modelId="{12D979BE-A1AA-4006-93A3-E16F6769AE69}" type="presOf" srcId="{697795F1-76B4-456E-992B-16B6158A8E22}" destId="{C59F3BA5-144C-43A8-A16E-FF86E3243A5F}" srcOrd="0" destOrd="0" presId="urn:microsoft.com/office/officeart/2008/layout/LinedList"/>
    <dgm:cxn modelId="{A6D9C3CF-CB03-45D2-8ADE-1851E8AEAF9C}" srcId="{6B0BE16F-E733-4B23-AF86-AECD77952C98}" destId="{DCD630B2-72DF-4787-ACEF-68196428F18E}" srcOrd="1" destOrd="0" parTransId="{3B5CEF3E-B749-42DC-BE2D-98DD277D8DA2}" sibTransId="{5B273B36-7450-43F6-8E5D-B5F2F18FC099}"/>
    <dgm:cxn modelId="{636D3FDB-3FFE-4EA2-AF26-649657569674}" srcId="{6B0BE16F-E733-4B23-AF86-AECD77952C98}" destId="{F2E25C03-C83C-4EA8-AEB5-45EA4D955050}" srcOrd="2" destOrd="0" parTransId="{41E32377-DE16-42FC-99C0-0995CC978258}" sibTransId="{79EDDA5E-9AEC-4AF1-8817-19C50442417A}"/>
    <dgm:cxn modelId="{C5B65EFD-1720-461A-AB62-E62764DFDA04}" type="presOf" srcId="{F2E25C03-C83C-4EA8-AEB5-45EA4D955050}" destId="{D094E46B-16BB-47DE-BC2C-AAC08631124D}" srcOrd="0" destOrd="0" presId="urn:microsoft.com/office/officeart/2008/layout/LinedList"/>
    <dgm:cxn modelId="{E252485D-129E-4D42-BD04-CF0D21D5BD1A}" type="presParOf" srcId="{E4FD0330-8321-4585-9CE3-66E429054FC0}" destId="{982D17CB-7A10-4B94-B77F-04EC81341B1B}" srcOrd="0" destOrd="0" presId="urn:microsoft.com/office/officeart/2008/layout/LinedList"/>
    <dgm:cxn modelId="{6C924313-DA64-4C2F-9C0E-95CAAE08CC43}" type="presParOf" srcId="{E4FD0330-8321-4585-9CE3-66E429054FC0}" destId="{5BDA3021-63AA-4E2B-B4E8-58527527B950}" srcOrd="1" destOrd="0" presId="urn:microsoft.com/office/officeart/2008/layout/LinedList"/>
    <dgm:cxn modelId="{AE2D4E13-E97C-4276-8D1F-C15ACA72AFEE}" type="presParOf" srcId="{5BDA3021-63AA-4E2B-B4E8-58527527B950}" destId="{6030AA4D-DA74-4932-9465-DCE40CB9E275}" srcOrd="0" destOrd="0" presId="urn:microsoft.com/office/officeart/2008/layout/LinedList"/>
    <dgm:cxn modelId="{929F9902-77DD-4719-94FB-EFA7A341176E}" type="presParOf" srcId="{5BDA3021-63AA-4E2B-B4E8-58527527B950}" destId="{876756BE-973C-4519-83C7-5E66544CCE05}" srcOrd="1" destOrd="0" presId="urn:microsoft.com/office/officeart/2008/layout/LinedList"/>
    <dgm:cxn modelId="{6164C652-0D60-4A26-A94D-11A5FD871B81}" type="presParOf" srcId="{E4FD0330-8321-4585-9CE3-66E429054FC0}" destId="{072A4BCC-6EAB-45CF-A2DA-5FD6E9191E95}" srcOrd="2" destOrd="0" presId="urn:microsoft.com/office/officeart/2008/layout/LinedList"/>
    <dgm:cxn modelId="{63E0F019-D371-4733-AEC9-12FF37CEB7AE}" type="presParOf" srcId="{E4FD0330-8321-4585-9CE3-66E429054FC0}" destId="{165AEE32-5095-49C0-A297-8400F2261BC1}" srcOrd="3" destOrd="0" presId="urn:microsoft.com/office/officeart/2008/layout/LinedList"/>
    <dgm:cxn modelId="{4022C6E5-C6F1-45B8-9C37-667397BFE5D2}" type="presParOf" srcId="{165AEE32-5095-49C0-A297-8400F2261BC1}" destId="{D7801386-1C6C-4132-9FEB-24F2D28C5C0D}" srcOrd="0" destOrd="0" presId="urn:microsoft.com/office/officeart/2008/layout/LinedList"/>
    <dgm:cxn modelId="{E52C1FCB-A355-47DA-8629-11D8674922BC}" type="presParOf" srcId="{165AEE32-5095-49C0-A297-8400F2261BC1}" destId="{13AA418C-3F19-4768-82FD-83AB72920447}" srcOrd="1" destOrd="0" presId="urn:microsoft.com/office/officeart/2008/layout/LinedList"/>
    <dgm:cxn modelId="{9C10133C-89B1-4F91-90E2-9389D98123E6}" type="presParOf" srcId="{E4FD0330-8321-4585-9CE3-66E429054FC0}" destId="{9EDDA5C7-22A0-4EE7-9986-CA37D624AC43}" srcOrd="4" destOrd="0" presId="urn:microsoft.com/office/officeart/2008/layout/LinedList"/>
    <dgm:cxn modelId="{39CFFD0B-285C-45F5-801F-56DCF8E051DB}" type="presParOf" srcId="{E4FD0330-8321-4585-9CE3-66E429054FC0}" destId="{C302E942-B967-473B-AFBC-A97C8EE666C0}" srcOrd="5" destOrd="0" presId="urn:microsoft.com/office/officeart/2008/layout/LinedList"/>
    <dgm:cxn modelId="{BC685806-825F-4C3C-83C2-B6D813B0B824}" type="presParOf" srcId="{C302E942-B967-473B-AFBC-A97C8EE666C0}" destId="{D094E46B-16BB-47DE-BC2C-AAC08631124D}" srcOrd="0" destOrd="0" presId="urn:microsoft.com/office/officeart/2008/layout/LinedList"/>
    <dgm:cxn modelId="{C922F1DC-B36C-4E50-B824-0BDAF23831DA}" type="presParOf" srcId="{C302E942-B967-473B-AFBC-A97C8EE666C0}" destId="{86E9C546-BBEF-49A2-B5A8-C5CC0498786E}" srcOrd="1" destOrd="0" presId="urn:microsoft.com/office/officeart/2008/layout/LinedList"/>
    <dgm:cxn modelId="{930AFF35-6852-4BCF-AF52-55FA27F9DB39}" type="presParOf" srcId="{E4FD0330-8321-4585-9CE3-66E429054FC0}" destId="{B07417F0-21CA-423E-BE6A-D41279076346}" srcOrd="6" destOrd="0" presId="urn:microsoft.com/office/officeart/2008/layout/LinedList"/>
    <dgm:cxn modelId="{FAC569FD-926A-4949-9FE9-410A15FBF03C}" type="presParOf" srcId="{E4FD0330-8321-4585-9CE3-66E429054FC0}" destId="{077AB8FB-1610-495C-A340-04B62AB02BA9}" srcOrd="7" destOrd="0" presId="urn:microsoft.com/office/officeart/2008/layout/LinedList"/>
    <dgm:cxn modelId="{10BF04E9-5D74-404E-A3DE-AFEA3E9FE694}" type="presParOf" srcId="{077AB8FB-1610-495C-A340-04B62AB02BA9}" destId="{C59F3BA5-144C-43A8-A16E-FF86E3243A5F}" srcOrd="0" destOrd="0" presId="urn:microsoft.com/office/officeart/2008/layout/LinedList"/>
    <dgm:cxn modelId="{6C0A04E5-6AAA-4CEF-870A-3724A32CA891}" type="presParOf" srcId="{077AB8FB-1610-495C-A340-04B62AB02BA9}" destId="{5B2605BA-0E85-41C7-933F-0A85ED33915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5701B5-3F21-4D01-AC11-FE1073D3DC15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BA4ECF-56AE-4CFC-A9D0-870C111D52C1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0122F9-125F-4DCF-93A7-F276CCFD7164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User ratings are not enough to understand a movie’s success.</a:t>
          </a:r>
        </a:p>
      </dsp:txBody>
      <dsp:txXfrm>
        <a:off x="1686304" y="623"/>
        <a:ext cx="5530111" cy="1460003"/>
      </dsp:txXfrm>
    </dsp:sp>
    <dsp:sp modelId="{FBDBD108-C557-4995-A49C-107890A3BAB6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D00A5B-18DC-4118-9E71-6BC7E8E94EE4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C403B1-7AC3-4ED3-9C29-59729F6F01A5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Financial performance (budget, revenue) offers a deeper lens.</a:t>
          </a:r>
        </a:p>
      </dsp:txBody>
      <dsp:txXfrm>
        <a:off x="1686304" y="1825628"/>
        <a:ext cx="5530111" cy="1460003"/>
      </dsp:txXfrm>
    </dsp:sp>
    <dsp:sp modelId="{95EA851E-E722-4D4E-A215-B01950AA8BD7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5AEE1F-97C3-41C2-B572-C89B4F0E7610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537B6B-A347-4F88-B8B5-1AD4317E17B3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Goal: Combine user-generated data with financial metadata to explore what makes a movie popular and profitable.</a:t>
          </a:r>
        </a:p>
      </dsp:txBody>
      <dsp:txXfrm>
        <a:off x="1686304" y="3650632"/>
        <a:ext cx="5530111" cy="14600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E6C09-590E-4860-A3CD-45737418AEFE}">
      <dsp:nvSpPr>
        <dsp:cNvPr id="0" name=""/>
        <dsp:cNvSpPr/>
      </dsp:nvSpPr>
      <dsp:spPr>
        <a:xfrm>
          <a:off x="0" y="306000"/>
          <a:ext cx="10890928" cy="667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5257" tIns="333248" rIns="84525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Ratings, tags, movie titles, genres</a:t>
          </a:r>
        </a:p>
      </dsp:txBody>
      <dsp:txXfrm>
        <a:off x="0" y="306000"/>
        <a:ext cx="10890928" cy="667800"/>
      </dsp:txXfrm>
    </dsp:sp>
    <dsp:sp modelId="{47E2B20D-0B86-4FC3-8D13-3FB00D4A0CD0}">
      <dsp:nvSpPr>
        <dsp:cNvPr id="0" name=""/>
        <dsp:cNvSpPr/>
      </dsp:nvSpPr>
      <dsp:spPr>
        <a:xfrm>
          <a:off x="544546" y="69840"/>
          <a:ext cx="7623649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156" tIns="0" rIns="28815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MovieLens (ml-latest-small)</a:t>
          </a:r>
        </a:p>
      </dsp:txBody>
      <dsp:txXfrm>
        <a:off x="567603" y="92897"/>
        <a:ext cx="7577535" cy="426206"/>
      </dsp:txXfrm>
    </dsp:sp>
    <dsp:sp modelId="{04486FEE-D903-4929-832D-21C51E93EB5D}">
      <dsp:nvSpPr>
        <dsp:cNvPr id="0" name=""/>
        <dsp:cNvSpPr/>
      </dsp:nvSpPr>
      <dsp:spPr>
        <a:xfrm>
          <a:off x="0" y="1296360"/>
          <a:ext cx="10890928" cy="667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5257" tIns="333248" rIns="84525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Budget, revenue, production companies</a:t>
          </a:r>
        </a:p>
      </dsp:txBody>
      <dsp:txXfrm>
        <a:off x="0" y="1296360"/>
        <a:ext cx="10890928" cy="667800"/>
      </dsp:txXfrm>
    </dsp:sp>
    <dsp:sp modelId="{9D512804-C32B-4CEA-A252-7B742AC3A9AA}">
      <dsp:nvSpPr>
        <dsp:cNvPr id="0" name=""/>
        <dsp:cNvSpPr/>
      </dsp:nvSpPr>
      <dsp:spPr>
        <a:xfrm>
          <a:off x="544546" y="1060200"/>
          <a:ext cx="7623649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156" tIns="0" rIns="28815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TMDb API</a:t>
          </a:r>
        </a:p>
      </dsp:txBody>
      <dsp:txXfrm>
        <a:off x="567603" y="1083257"/>
        <a:ext cx="7577535" cy="426206"/>
      </dsp:txXfrm>
    </dsp:sp>
    <dsp:sp modelId="{66AC2DD2-9294-48CA-8BCF-FD7D6D614EF4}">
      <dsp:nvSpPr>
        <dsp:cNvPr id="0" name=""/>
        <dsp:cNvSpPr/>
      </dsp:nvSpPr>
      <dsp:spPr>
        <a:xfrm>
          <a:off x="0" y="2286720"/>
          <a:ext cx="10890928" cy="120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5257" tIns="333248" rIns="84525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TMDb API was slow and rate-limited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Some financial data missing or incomplete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Random sampling caused inconsistent results ➜ replaced with fixed set</a:t>
          </a:r>
        </a:p>
      </dsp:txBody>
      <dsp:txXfrm>
        <a:off x="0" y="2286720"/>
        <a:ext cx="10890928" cy="1209600"/>
      </dsp:txXfrm>
    </dsp:sp>
    <dsp:sp modelId="{ADB3B36E-387A-4EAF-8EF2-4BF247D973C3}">
      <dsp:nvSpPr>
        <dsp:cNvPr id="0" name=""/>
        <dsp:cNvSpPr/>
      </dsp:nvSpPr>
      <dsp:spPr>
        <a:xfrm>
          <a:off x="544546" y="2050560"/>
          <a:ext cx="7623649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156" tIns="0" rIns="28815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Challenges</a:t>
          </a:r>
        </a:p>
      </dsp:txBody>
      <dsp:txXfrm>
        <a:off x="567603" y="2073617"/>
        <a:ext cx="7577535" cy="426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B375B4-815F-4E7C-B130-8AA72956D866}">
      <dsp:nvSpPr>
        <dsp:cNvPr id="0" name=""/>
        <dsp:cNvSpPr/>
      </dsp:nvSpPr>
      <dsp:spPr>
        <a:xfrm>
          <a:off x="0" y="2786"/>
          <a:ext cx="10890928" cy="5934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26E656-C846-4F39-B499-7DB582C6E075}">
      <dsp:nvSpPr>
        <dsp:cNvPr id="0" name=""/>
        <dsp:cNvSpPr/>
      </dsp:nvSpPr>
      <dsp:spPr>
        <a:xfrm>
          <a:off x="179512" y="136308"/>
          <a:ext cx="326387" cy="3263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9B644D-8445-481D-BD78-83B896CB67A5}">
      <dsp:nvSpPr>
        <dsp:cNvPr id="0" name=""/>
        <dsp:cNvSpPr/>
      </dsp:nvSpPr>
      <dsp:spPr>
        <a:xfrm>
          <a:off x="685413" y="2786"/>
          <a:ext cx="10205514" cy="593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05" tIns="62805" rIns="62805" bIns="6280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Extracted release years from titles using regex</a:t>
          </a:r>
        </a:p>
      </dsp:txBody>
      <dsp:txXfrm>
        <a:off x="685413" y="2786"/>
        <a:ext cx="10205514" cy="593431"/>
      </dsp:txXfrm>
    </dsp:sp>
    <dsp:sp modelId="{C527B237-E119-4AC7-B56D-9CEA72E27D7E}">
      <dsp:nvSpPr>
        <dsp:cNvPr id="0" name=""/>
        <dsp:cNvSpPr/>
      </dsp:nvSpPr>
      <dsp:spPr>
        <a:xfrm>
          <a:off x="0" y="744575"/>
          <a:ext cx="10890928" cy="5934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DB790E-9567-49B4-9AE5-71FFC3D83F42}">
      <dsp:nvSpPr>
        <dsp:cNvPr id="0" name=""/>
        <dsp:cNvSpPr/>
      </dsp:nvSpPr>
      <dsp:spPr>
        <a:xfrm>
          <a:off x="179512" y="878097"/>
          <a:ext cx="326387" cy="3263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A14315-5B9B-4B5A-851E-06DCD4A64C0A}">
      <dsp:nvSpPr>
        <dsp:cNvPr id="0" name=""/>
        <dsp:cNvSpPr/>
      </dsp:nvSpPr>
      <dsp:spPr>
        <a:xfrm>
          <a:off x="685413" y="744575"/>
          <a:ext cx="10205514" cy="593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05" tIns="62805" rIns="62805" bIns="6280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Cleaned and standardized movie titles</a:t>
          </a:r>
        </a:p>
      </dsp:txBody>
      <dsp:txXfrm>
        <a:off x="685413" y="744575"/>
        <a:ext cx="10205514" cy="593431"/>
      </dsp:txXfrm>
    </dsp:sp>
    <dsp:sp modelId="{76C190C8-006C-46E0-988A-4DE55B7A841D}">
      <dsp:nvSpPr>
        <dsp:cNvPr id="0" name=""/>
        <dsp:cNvSpPr/>
      </dsp:nvSpPr>
      <dsp:spPr>
        <a:xfrm>
          <a:off x="0" y="1486364"/>
          <a:ext cx="10890928" cy="5934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435C1E-6DA8-43CF-810F-8C24270B5BC6}">
      <dsp:nvSpPr>
        <dsp:cNvPr id="0" name=""/>
        <dsp:cNvSpPr/>
      </dsp:nvSpPr>
      <dsp:spPr>
        <a:xfrm>
          <a:off x="179512" y="1619886"/>
          <a:ext cx="326387" cy="3263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784DE1-A2FD-4CB4-990E-036FB7E1EF1B}">
      <dsp:nvSpPr>
        <dsp:cNvPr id="0" name=""/>
        <dsp:cNvSpPr/>
      </dsp:nvSpPr>
      <dsp:spPr>
        <a:xfrm>
          <a:off x="685413" y="1486364"/>
          <a:ext cx="10205514" cy="593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05" tIns="62805" rIns="62805" bIns="6280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Joined datasets via tmdbId</a:t>
          </a:r>
        </a:p>
      </dsp:txBody>
      <dsp:txXfrm>
        <a:off x="685413" y="1486364"/>
        <a:ext cx="10205514" cy="593431"/>
      </dsp:txXfrm>
    </dsp:sp>
    <dsp:sp modelId="{B35FE704-596C-4FB2-8ADE-AF035600EBC2}">
      <dsp:nvSpPr>
        <dsp:cNvPr id="0" name=""/>
        <dsp:cNvSpPr/>
      </dsp:nvSpPr>
      <dsp:spPr>
        <a:xfrm>
          <a:off x="0" y="2228153"/>
          <a:ext cx="10890928" cy="5934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5FC57A-5A1A-4645-A055-92780E962563}">
      <dsp:nvSpPr>
        <dsp:cNvPr id="0" name=""/>
        <dsp:cNvSpPr/>
      </dsp:nvSpPr>
      <dsp:spPr>
        <a:xfrm>
          <a:off x="179512" y="2361675"/>
          <a:ext cx="326387" cy="3263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DF707C-9988-4CB4-B10B-1CFE1C30B4E3}">
      <dsp:nvSpPr>
        <dsp:cNvPr id="0" name=""/>
        <dsp:cNvSpPr/>
      </dsp:nvSpPr>
      <dsp:spPr>
        <a:xfrm>
          <a:off x="685413" y="2228153"/>
          <a:ext cx="10205514" cy="593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05" tIns="62805" rIns="62805" bIns="6280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Financials pulled via Python + TMDb API, then cached</a:t>
          </a:r>
        </a:p>
      </dsp:txBody>
      <dsp:txXfrm>
        <a:off x="685413" y="2228153"/>
        <a:ext cx="10205514" cy="593431"/>
      </dsp:txXfrm>
    </dsp:sp>
    <dsp:sp modelId="{54C4DD67-95BF-47BC-AA3B-2260FF761A74}">
      <dsp:nvSpPr>
        <dsp:cNvPr id="0" name=""/>
        <dsp:cNvSpPr/>
      </dsp:nvSpPr>
      <dsp:spPr>
        <a:xfrm>
          <a:off x="0" y="2969942"/>
          <a:ext cx="10890928" cy="5934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E5686D-6D88-4F35-91A5-7FC12CBF6B68}">
      <dsp:nvSpPr>
        <dsp:cNvPr id="0" name=""/>
        <dsp:cNvSpPr/>
      </dsp:nvSpPr>
      <dsp:spPr>
        <a:xfrm>
          <a:off x="179512" y="3103464"/>
          <a:ext cx="326387" cy="3263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BF8622-5E38-41F7-9809-32F3C1AB1A09}">
      <dsp:nvSpPr>
        <dsp:cNvPr id="0" name=""/>
        <dsp:cNvSpPr/>
      </dsp:nvSpPr>
      <dsp:spPr>
        <a:xfrm>
          <a:off x="685413" y="2969942"/>
          <a:ext cx="10205514" cy="593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05" tIns="62805" rIns="62805" bIns="6280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Result: Consistent, enriched dataset across 4+ tables</a:t>
          </a:r>
        </a:p>
      </dsp:txBody>
      <dsp:txXfrm>
        <a:off x="685413" y="2969942"/>
        <a:ext cx="10205514" cy="5934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8348E8-E2BA-4020-8ED3-58FC277197CB}">
      <dsp:nvSpPr>
        <dsp:cNvPr id="0" name=""/>
        <dsp:cNvSpPr/>
      </dsp:nvSpPr>
      <dsp:spPr>
        <a:xfrm>
          <a:off x="3036" y="1042501"/>
          <a:ext cx="2167770" cy="13765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104F1-DD4B-4D9A-8109-DB22F38C4833}">
      <dsp:nvSpPr>
        <dsp:cNvPr id="0" name=""/>
        <dsp:cNvSpPr/>
      </dsp:nvSpPr>
      <dsp:spPr>
        <a:xfrm>
          <a:off x="243899" y="1271321"/>
          <a:ext cx="2167770" cy="13765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Most profitable films differ from most liked</a:t>
          </a:r>
        </a:p>
      </dsp:txBody>
      <dsp:txXfrm>
        <a:off x="284216" y="1311638"/>
        <a:ext cx="2087136" cy="1295900"/>
      </dsp:txXfrm>
    </dsp:sp>
    <dsp:sp modelId="{DBB822D7-5701-4DC9-A3FB-53DE2836195B}">
      <dsp:nvSpPr>
        <dsp:cNvPr id="0" name=""/>
        <dsp:cNvSpPr/>
      </dsp:nvSpPr>
      <dsp:spPr>
        <a:xfrm>
          <a:off x="2652533" y="1042501"/>
          <a:ext cx="2167770" cy="13765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0FC00E-BC1C-4654-891A-1538B4153B8A}">
      <dsp:nvSpPr>
        <dsp:cNvPr id="0" name=""/>
        <dsp:cNvSpPr/>
      </dsp:nvSpPr>
      <dsp:spPr>
        <a:xfrm>
          <a:off x="2893397" y="1271321"/>
          <a:ext cx="2167770" cy="13765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High revenue ≠ high ratings (audience taste ≠ box office)</a:t>
          </a:r>
        </a:p>
      </dsp:txBody>
      <dsp:txXfrm>
        <a:off x="2933714" y="1311638"/>
        <a:ext cx="2087136" cy="1295900"/>
      </dsp:txXfrm>
    </dsp:sp>
    <dsp:sp modelId="{35688C44-C535-424C-AD74-1DC0089B909D}">
      <dsp:nvSpPr>
        <dsp:cNvPr id="0" name=""/>
        <dsp:cNvSpPr/>
      </dsp:nvSpPr>
      <dsp:spPr>
        <a:xfrm>
          <a:off x="5302031" y="1042501"/>
          <a:ext cx="2167770" cy="13765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8C13C4-1C54-4B63-9193-1675C7634C84}">
      <dsp:nvSpPr>
        <dsp:cNvPr id="0" name=""/>
        <dsp:cNvSpPr/>
      </dsp:nvSpPr>
      <dsp:spPr>
        <a:xfrm>
          <a:off x="5542895" y="1271321"/>
          <a:ext cx="2167770" cy="13765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Tags reveal viewer sentiment (e.g., “underrated”, “classic”)</a:t>
          </a:r>
        </a:p>
      </dsp:txBody>
      <dsp:txXfrm>
        <a:off x="5583212" y="1311638"/>
        <a:ext cx="2087136" cy="1295900"/>
      </dsp:txXfrm>
    </dsp:sp>
    <dsp:sp modelId="{02924257-62D2-424B-9A72-1454649A4F11}">
      <dsp:nvSpPr>
        <dsp:cNvPr id="0" name=""/>
        <dsp:cNvSpPr/>
      </dsp:nvSpPr>
      <dsp:spPr>
        <a:xfrm>
          <a:off x="7951529" y="1042501"/>
          <a:ext cx="2167770" cy="13765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189476-06F5-40B5-A20C-3CB58A362FD7}">
      <dsp:nvSpPr>
        <dsp:cNvPr id="0" name=""/>
        <dsp:cNvSpPr/>
      </dsp:nvSpPr>
      <dsp:spPr>
        <a:xfrm>
          <a:off x="8192392" y="1271321"/>
          <a:ext cx="2167770" cy="13765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Top production companies produced multiple successful films</a:t>
          </a:r>
        </a:p>
      </dsp:txBody>
      <dsp:txXfrm>
        <a:off x="8232709" y="1311638"/>
        <a:ext cx="2087136" cy="12959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2D17CB-7A10-4B94-B77F-04EC81341B1B}">
      <dsp:nvSpPr>
        <dsp:cNvPr id="0" name=""/>
        <dsp:cNvSpPr/>
      </dsp:nvSpPr>
      <dsp:spPr>
        <a:xfrm>
          <a:off x="0" y="0"/>
          <a:ext cx="721641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30AA4D-DA74-4932-9465-DCE40CB9E275}">
      <dsp:nvSpPr>
        <dsp:cNvPr id="0" name=""/>
        <dsp:cNvSpPr/>
      </dsp:nvSpPr>
      <dsp:spPr>
        <a:xfrm>
          <a:off x="0" y="0"/>
          <a:ext cx="7216416" cy="127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Integrated two open data sources into one structured SQL database</a:t>
          </a:r>
        </a:p>
      </dsp:txBody>
      <dsp:txXfrm>
        <a:off x="0" y="0"/>
        <a:ext cx="7216416" cy="1277815"/>
      </dsp:txXfrm>
    </dsp:sp>
    <dsp:sp modelId="{072A4BCC-6EAB-45CF-A2DA-5FD6E9191E95}">
      <dsp:nvSpPr>
        <dsp:cNvPr id="0" name=""/>
        <dsp:cNvSpPr/>
      </dsp:nvSpPr>
      <dsp:spPr>
        <a:xfrm>
          <a:off x="0" y="1277815"/>
          <a:ext cx="7216416" cy="0"/>
        </a:xfrm>
        <a:prstGeom prst="line">
          <a:avLst/>
        </a:prstGeom>
        <a:solidFill>
          <a:schemeClr val="accent2">
            <a:hueOff val="2357366"/>
            <a:satOff val="-8879"/>
            <a:lumOff val="7451"/>
            <a:alphaOff val="0"/>
          </a:schemeClr>
        </a:solidFill>
        <a:ln w="12700" cap="flat" cmpd="sng" algn="ctr">
          <a:solidFill>
            <a:schemeClr val="accent2">
              <a:hueOff val="2357366"/>
              <a:satOff val="-8879"/>
              <a:lumOff val="7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801386-1C6C-4132-9FEB-24F2D28C5C0D}">
      <dsp:nvSpPr>
        <dsp:cNvPr id="0" name=""/>
        <dsp:cNvSpPr/>
      </dsp:nvSpPr>
      <dsp:spPr>
        <a:xfrm>
          <a:off x="0" y="1277815"/>
          <a:ext cx="7216416" cy="127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Enabled rich analysis through SQL + Python</a:t>
          </a:r>
        </a:p>
      </dsp:txBody>
      <dsp:txXfrm>
        <a:off x="0" y="1277815"/>
        <a:ext cx="7216416" cy="1277815"/>
      </dsp:txXfrm>
    </dsp:sp>
    <dsp:sp modelId="{9EDDA5C7-22A0-4EE7-9986-CA37D624AC43}">
      <dsp:nvSpPr>
        <dsp:cNvPr id="0" name=""/>
        <dsp:cNvSpPr/>
      </dsp:nvSpPr>
      <dsp:spPr>
        <a:xfrm>
          <a:off x="0" y="2555630"/>
          <a:ext cx="7216416" cy="0"/>
        </a:xfrm>
        <a:prstGeom prst="line">
          <a:avLst/>
        </a:prstGeom>
        <a:solidFill>
          <a:schemeClr val="accent2">
            <a:hueOff val="4714731"/>
            <a:satOff val="-17759"/>
            <a:lumOff val="14902"/>
            <a:alphaOff val="0"/>
          </a:schemeClr>
        </a:solidFill>
        <a:ln w="12700" cap="flat" cmpd="sng" algn="ctr">
          <a:solidFill>
            <a:schemeClr val="accent2">
              <a:hueOff val="4714731"/>
              <a:satOff val="-17759"/>
              <a:lumOff val="14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94E46B-16BB-47DE-BC2C-AAC08631124D}">
      <dsp:nvSpPr>
        <dsp:cNvPr id="0" name=""/>
        <dsp:cNvSpPr/>
      </dsp:nvSpPr>
      <dsp:spPr>
        <a:xfrm>
          <a:off x="0" y="2555630"/>
          <a:ext cx="7216416" cy="127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Built reproducible pipeline from ingestion to visualization</a:t>
          </a:r>
        </a:p>
      </dsp:txBody>
      <dsp:txXfrm>
        <a:off x="0" y="2555630"/>
        <a:ext cx="7216416" cy="1277815"/>
      </dsp:txXfrm>
    </dsp:sp>
    <dsp:sp modelId="{B07417F0-21CA-423E-BE6A-D41279076346}">
      <dsp:nvSpPr>
        <dsp:cNvPr id="0" name=""/>
        <dsp:cNvSpPr/>
      </dsp:nvSpPr>
      <dsp:spPr>
        <a:xfrm>
          <a:off x="0" y="3833445"/>
          <a:ext cx="7216416" cy="0"/>
        </a:xfrm>
        <a:prstGeom prst="line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9F3BA5-144C-43A8-A16E-FF86E3243A5F}">
      <dsp:nvSpPr>
        <dsp:cNvPr id="0" name=""/>
        <dsp:cNvSpPr/>
      </dsp:nvSpPr>
      <dsp:spPr>
        <a:xfrm>
          <a:off x="0" y="3833445"/>
          <a:ext cx="7216416" cy="127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Future work: Scale API fetch to 500+ movies, add genre/actor analysis</a:t>
          </a:r>
        </a:p>
      </dsp:txBody>
      <dsp:txXfrm>
        <a:off x="0" y="3833445"/>
        <a:ext cx="7216416" cy="1277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1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363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242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1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42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6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06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2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51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24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103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3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4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5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983080A-6551-4451-BD82-99B048897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A person holding a paper plane&#10;&#10;AI-generated content may be incorrect.">
            <a:extLst>
              <a:ext uri="{FF2B5EF4-FFF2-40B4-BE49-F238E27FC236}">
                <a16:creationId xmlns:a16="http://schemas.microsoft.com/office/drawing/2014/main" id="{0E479076-BE0D-648E-13B1-ACFB1279406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20495"/>
          <a:stretch/>
        </p:blipFill>
        <p:spPr>
          <a:xfrm>
            <a:off x="20" y="10"/>
            <a:ext cx="12191980" cy="6857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0A9F6F-7C5B-757A-EE20-306E5B021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909456"/>
            <a:ext cx="7393922" cy="3066469"/>
          </a:xfrm>
        </p:spPr>
        <p:txBody>
          <a:bodyPr anchor="b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b="1" i="0" u="none" strike="noStrike">
                <a:solidFill>
                  <a:srgbClr val="FFFFFF"/>
                </a:solidFill>
                <a:effectLst/>
                <a:latin typeface="Times" panose="02020603050405020304" pitchFamily="18" charset="0"/>
              </a:rPr>
              <a:t>Exploring the Relationship Between User Ratings and Box Office Success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9A8476-E616-83A0-C36F-07F632D47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956113"/>
            <a:ext cx="7393922" cy="1329888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Katie Northrup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Audio 69">
            <a:hlinkClick r:id="" action="ppaction://media"/>
            <a:extLst>
              <a:ext uri="{FF2B5EF4-FFF2-40B4-BE49-F238E27FC236}">
                <a16:creationId xmlns:a16="http://schemas.microsoft.com/office/drawing/2014/main" id="{370D9F79-1B27-C29D-1733-4580A3F038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75052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28184"/>
    </mc:Choice>
    <mc:Fallback>
      <p:transition spd="slow" advTm="281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0"/>
                </p:tgtEl>
              </p:cMediaNode>
            </p:audio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70CC1C-B42F-82ED-5C1E-7FF1A403F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Why Analyze Movies This Way?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CED5169-9665-7D81-A2F1-1BD8D2B02F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8191546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2" name="Audio 31">
            <a:hlinkClick r:id="" action="ppaction://media"/>
            <a:extLst>
              <a:ext uri="{FF2B5EF4-FFF2-40B4-BE49-F238E27FC236}">
                <a16:creationId xmlns:a16="http://schemas.microsoft.com/office/drawing/2014/main" id="{C754ABC3-D819-664B-61FC-376679A1C4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0519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446"/>
    </mc:Choice>
    <mc:Fallback>
      <p:transition spd="slow" advTm="304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23C7D-1828-5C4A-927E-362AD7D5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 and Collection Strategy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DE18B7-1D89-B912-7645-55C8D88A9B4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E118C73D-A49F-B335-45B7-1AD6F94336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11301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59"/>
    </mc:Choice>
    <mc:Fallback>
      <p:transition spd="slow" advTm="500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907B-C34C-735B-4929-E875F28AA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Raw CSVs to Clean SQL Tables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BB59EC-A560-E93C-76B6-A14232F580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3E1906EF-7F1D-33C7-F509-277B131530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02614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604"/>
    </mc:Choice>
    <mc:Fallback>
      <p:transition spd="slow" advTm="4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5" name="Straight Connector 2054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71EB14-A747-F0AB-26C8-EB1B6DECA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Relational Database Design</a:t>
            </a:r>
          </a:p>
        </p:txBody>
      </p:sp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0F344820-F177-7B30-1D02-043D2D99E8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43984" y="1649920"/>
            <a:ext cx="7086600" cy="3507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FA6342EF-3E15-1DFA-2E89-8A5F9BC881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4678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494"/>
    </mc:Choice>
    <mc:Fallback>
      <p:transition spd="slow" advTm="404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741B80-367D-EEE3-1057-9CFA72962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en-US" dirty="0"/>
              <a:t>What the Data Revealed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A69BC6-89EF-86A1-0E1F-703E21D5BC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579077"/>
              </p:ext>
            </p:extLst>
          </p:nvPr>
        </p:nvGraphicFramePr>
        <p:xfrm>
          <a:off x="914400" y="2607561"/>
          <a:ext cx="10363200" cy="369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F4E5188D-1C27-2722-7F8D-ECC4105608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54625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079"/>
    </mc:Choice>
    <mc:Fallback>
      <p:transition spd="slow" advTm="440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79" name="Straight Connector 307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5F89C36-F60B-3323-B276-27C01AC29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5"/>
          <a:stretch/>
        </p:blipFill>
        <p:spPr bwMode="auto">
          <a:xfrm>
            <a:off x="1" y="1"/>
            <a:ext cx="12192000" cy="685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C567FD99-DE37-FA72-A51A-19CE53B82D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809233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95"/>
    </mc:Choice>
    <mc:Fallback>
      <p:transition spd="slow" advTm="126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03" name="Straight Connector 410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07" name="Rectangle 4106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4AAC311-8381-12EB-1183-81C0CBC32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4"/>
          <a:stretch/>
        </p:blipFill>
        <p:spPr bwMode="auto">
          <a:xfrm>
            <a:off x="1" y="1"/>
            <a:ext cx="12192000" cy="685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86B9D8C0-9367-9E34-8909-A0A89021B0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82156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43"/>
    </mc:Choice>
    <mc:Fallback>
      <p:transition spd="slow" advTm="58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27" name="Straight Connector 512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131" name="Rectangle 5130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1F8F593-8F22-A93B-58C5-EF4F51273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4"/>
          <a:stretch/>
        </p:blipFill>
        <p:spPr bwMode="auto">
          <a:xfrm>
            <a:off x="1" y="1"/>
            <a:ext cx="12192000" cy="685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6E13DA75-87DC-0492-EF52-F1382619A5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50558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533"/>
    </mc:Choice>
    <mc:Fallback>
      <p:transition spd="slow" advTm="75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EB25F0-F12B-C6CE-5930-0FEB612C1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Conclusion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9EE5AA-43CA-1A8D-799B-B1800B552D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8812554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D8E2828C-0881-FAE7-ED0F-22CDC5036F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70365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507"/>
    </mc:Choice>
    <mc:Fallback>
      <p:transition spd="slow" advTm="475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</TotalTime>
  <Words>239</Words>
  <Application>Microsoft Office PowerPoint</Application>
  <PresentationFormat>Widescreen</PresentationFormat>
  <Paragraphs>32</Paragraphs>
  <Slides>10</Slides>
  <Notes>0</Notes>
  <HiddenSlides>0</HiddenSlides>
  <MMClips>10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Grandview Display</vt:lpstr>
      <vt:lpstr>Times</vt:lpstr>
      <vt:lpstr>DashVTI</vt:lpstr>
      <vt:lpstr>Exploring the Relationship Between User Ratings and Box Office Success</vt:lpstr>
      <vt:lpstr>Why Analyze Movies This Way?</vt:lpstr>
      <vt:lpstr>Data Sources and Collection Strategy</vt:lpstr>
      <vt:lpstr>From Raw CSVs to Clean SQL Tables</vt:lpstr>
      <vt:lpstr>Relational Database Design</vt:lpstr>
      <vt:lpstr>What the Data Revealed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Northrup</dc:creator>
  <cp:lastModifiedBy>Katie Northrup</cp:lastModifiedBy>
  <cp:revision>1</cp:revision>
  <dcterms:created xsi:type="dcterms:W3CDTF">2025-05-07T07:35:09Z</dcterms:created>
  <dcterms:modified xsi:type="dcterms:W3CDTF">2025-05-07T22:18:46Z</dcterms:modified>
</cp:coreProperties>
</file>